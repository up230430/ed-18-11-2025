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3E1421-84EE-4314-A45D-DA6763E858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2D1E579-3961-4B30-AFDE-2DE2E7874216}">
      <dgm:prSet/>
      <dgm:spPr/>
      <dgm:t>
        <a:bodyPr/>
        <a:lstStyle/>
        <a:p>
          <a:r>
            <a:rPr lang="es-ES"/>
            <a:t>Es una mejora del método de Euler simple para aproximar soluciones de una ecuación diferencial ordinaria (EDO) del tipo:</a:t>
          </a:r>
          <a:endParaRPr lang="en-US"/>
        </a:p>
      </dgm:t>
    </dgm:pt>
    <dgm:pt modelId="{D55804F0-A364-4C27-8AAD-CDDC267525A3}" type="parTrans" cxnId="{033278BA-2036-41C8-A82B-B29713B9665F}">
      <dgm:prSet/>
      <dgm:spPr/>
      <dgm:t>
        <a:bodyPr/>
        <a:lstStyle/>
        <a:p>
          <a:endParaRPr lang="en-US"/>
        </a:p>
      </dgm:t>
    </dgm:pt>
    <dgm:pt modelId="{D52E002F-A168-4ACF-AC83-69FE6EBAE843}" type="sibTrans" cxnId="{033278BA-2036-41C8-A82B-B29713B9665F}">
      <dgm:prSet/>
      <dgm:spPr/>
      <dgm:t>
        <a:bodyPr/>
        <a:lstStyle/>
        <a:p>
          <a:endParaRPr lang="en-US"/>
        </a:p>
      </dgm:t>
    </dgm:pt>
    <dgm:pt modelId="{BAEAFD80-62C8-4B99-B0BE-07BD8B216B5A}">
      <dgm:prSet/>
      <dgm:spPr/>
      <dgm:t>
        <a:bodyPr/>
        <a:lstStyle/>
        <a:p>
          <a:r>
            <a:rPr lang="es-ES"/>
            <a:t>𝑦 ′ = 𝑓(𝑥, 𝑦), 𝑦(𝑥0) = 𝑦0 </a:t>
          </a:r>
          <a:endParaRPr lang="en-US"/>
        </a:p>
      </dgm:t>
    </dgm:pt>
    <dgm:pt modelId="{CB71422A-11EE-42AD-A1B3-A134CCFC41E0}" type="parTrans" cxnId="{DD5589AC-DD4E-4640-8EFB-AF0ED9B998A3}">
      <dgm:prSet/>
      <dgm:spPr/>
      <dgm:t>
        <a:bodyPr/>
        <a:lstStyle/>
        <a:p>
          <a:endParaRPr lang="en-US"/>
        </a:p>
      </dgm:t>
    </dgm:pt>
    <dgm:pt modelId="{86460B14-5AE1-48FA-8F15-67745C2C9657}" type="sibTrans" cxnId="{DD5589AC-DD4E-4640-8EFB-AF0ED9B998A3}">
      <dgm:prSet/>
      <dgm:spPr/>
      <dgm:t>
        <a:bodyPr/>
        <a:lstStyle/>
        <a:p>
          <a:endParaRPr lang="en-US"/>
        </a:p>
      </dgm:t>
    </dgm:pt>
    <dgm:pt modelId="{70ADCA31-7D83-4C55-84F6-55C6081123D9}">
      <dgm:prSet/>
      <dgm:spPr/>
      <dgm:t>
        <a:bodyPr/>
        <a:lstStyle/>
        <a:p>
          <a:r>
            <a:rPr lang="es-ES"/>
            <a:t>El método corrige el valor calculado por Euler promediando la pendiente inicial y la final del intervalo, logrando una aproximación más precisa y estable. </a:t>
          </a:r>
          <a:endParaRPr lang="en-US"/>
        </a:p>
      </dgm:t>
    </dgm:pt>
    <dgm:pt modelId="{02604B47-469F-4F52-810F-C91C7689915A}" type="parTrans" cxnId="{995B3A13-E958-451B-8B51-D1730FE9446A}">
      <dgm:prSet/>
      <dgm:spPr/>
      <dgm:t>
        <a:bodyPr/>
        <a:lstStyle/>
        <a:p>
          <a:endParaRPr lang="en-US"/>
        </a:p>
      </dgm:t>
    </dgm:pt>
    <dgm:pt modelId="{AB4E460E-16A8-4813-9905-41E4B178AED9}" type="sibTrans" cxnId="{995B3A13-E958-451B-8B51-D1730FE9446A}">
      <dgm:prSet/>
      <dgm:spPr/>
      <dgm:t>
        <a:bodyPr/>
        <a:lstStyle/>
        <a:p>
          <a:endParaRPr lang="en-US"/>
        </a:p>
      </dgm:t>
    </dgm:pt>
    <dgm:pt modelId="{B02BE152-4FEE-4240-A58D-F76E2F4912FA}" type="pres">
      <dgm:prSet presAssocID="{E73E1421-84EE-4314-A45D-DA6763E858F1}" presName="root" presStyleCnt="0">
        <dgm:presLayoutVars>
          <dgm:dir/>
          <dgm:resizeHandles val="exact"/>
        </dgm:presLayoutVars>
      </dgm:prSet>
      <dgm:spPr/>
    </dgm:pt>
    <dgm:pt modelId="{91DF47E9-BF63-4F45-AD50-9A68C1D56F6B}" type="pres">
      <dgm:prSet presAssocID="{02D1E579-3961-4B30-AFDE-2DE2E7874216}" presName="compNode" presStyleCnt="0"/>
      <dgm:spPr/>
    </dgm:pt>
    <dgm:pt modelId="{2888FD16-CF68-4419-B676-B9CF08DC3D7D}" type="pres">
      <dgm:prSet presAssocID="{02D1E579-3961-4B30-AFDE-2DE2E7874216}" presName="bgRect" presStyleLbl="bgShp" presStyleIdx="0" presStyleCnt="3"/>
      <dgm:spPr/>
    </dgm:pt>
    <dgm:pt modelId="{8FE69C0D-DBCC-48DA-9AD1-FD99884AE7BA}" type="pres">
      <dgm:prSet presAssocID="{02D1E579-3961-4B30-AFDE-2DE2E787421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3521948-635E-46A0-A2AA-6128E4BB6286}" type="pres">
      <dgm:prSet presAssocID="{02D1E579-3961-4B30-AFDE-2DE2E7874216}" presName="spaceRect" presStyleCnt="0"/>
      <dgm:spPr/>
    </dgm:pt>
    <dgm:pt modelId="{0F87D0BC-2073-4C07-9B8B-789DF6B9B2A0}" type="pres">
      <dgm:prSet presAssocID="{02D1E579-3961-4B30-AFDE-2DE2E7874216}" presName="parTx" presStyleLbl="revTx" presStyleIdx="0" presStyleCnt="3">
        <dgm:presLayoutVars>
          <dgm:chMax val="0"/>
          <dgm:chPref val="0"/>
        </dgm:presLayoutVars>
      </dgm:prSet>
      <dgm:spPr/>
    </dgm:pt>
    <dgm:pt modelId="{8EB99CB5-41C1-4517-96DB-06D4EF572700}" type="pres">
      <dgm:prSet presAssocID="{D52E002F-A168-4ACF-AC83-69FE6EBAE843}" presName="sibTrans" presStyleCnt="0"/>
      <dgm:spPr/>
    </dgm:pt>
    <dgm:pt modelId="{41B366C3-3617-4B98-A92B-7F84600A875E}" type="pres">
      <dgm:prSet presAssocID="{BAEAFD80-62C8-4B99-B0BE-07BD8B216B5A}" presName="compNode" presStyleCnt="0"/>
      <dgm:spPr/>
    </dgm:pt>
    <dgm:pt modelId="{089EEEAB-142A-499A-9DC9-FB9CE9E0D253}" type="pres">
      <dgm:prSet presAssocID="{BAEAFD80-62C8-4B99-B0BE-07BD8B216B5A}" presName="bgRect" presStyleLbl="bgShp" presStyleIdx="1" presStyleCnt="3"/>
      <dgm:spPr/>
    </dgm:pt>
    <dgm:pt modelId="{722ABE5E-7473-4327-B5A8-DA0D8BADF046}" type="pres">
      <dgm:prSet presAssocID="{BAEAFD80-62C8-4B99-B0BE-07BD8B216B5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1287BFB7-2076-4279-9796-C0819836072B}" type="pres">
      <dgm:prSet presAssocID="{BAEAFD80-62C8-4B99-B0BE-07BD8B216B5A}" presName="spaceRect" presStyleCnt="0"/>
      <dgm:spPr/>
    </dgm:pt>
    <dgm:pt modelId="{790F476E-1B48-43F8-AE99-D8A65815915D}" type="pres">
      <dgm:prSet presAssocID="{BAEAFD80-62C8-4B99-B0BE-07BD8B216B5A}" presName="parTx" presStyleLbl="revTx" presStyleIdx="1" presStyleCnt="3">
        <dgm:presLayoutVars>
          <dgm:chMax val="0"/>
          <dgm:chPref val="0"/>
        </dgm:presLayoutVars>
      </dgm:prSet>
      <dgm:spPr/>
    </dgm:pt>
    <dgm:pt modelId="{4729E5DE-AF77-4C5D-94A7-240508A442EE}" type="pres">
      <dgm:prSet presAssocID="{86460B14-5AE1-48FA-8F15-67745C2C9657}" presName="sibTrans" presStyleCnt="0"/>
      <dgm:spPr/>
    </dgm:pt>
    <dgm:pt modelId="{02F0F34F-EA71-46F6-8E99-2784A776E319}" type="pres">
      <dgm:prSet presAssocID="{70ADCA31-7D83-4C55-84F6-55C6081123D9}" presName="compNode" presStyleCnt="0"/>
      <dgm:spPr/>
    </dgm:pt>
    <dgm:pt modelId="{3061034A-2AC1-484B-AA85-2E55E2AE9E1C}" type="pres">
      <dgm:prSet presAssocID="{70ADCA31-7D83-4C55-84F6-55C6081123D9}" presName="bgRect" presStyleLbl="bgShp" presStyleIdx="2" presStyleCnt="3"/>
      <dgm:spPr/>
    </dgm:pt>
    <dgm:pt modelId="{2A83673A-EB3C-4E20-9670-5992390A5B6E}" type="pres">
      <dgm:prSet presAssocID="{70ADCA31-7D83-4C55-84F6-55C6081123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41704925-E4F7-4BD8-863D-5F05951C858A}" type="pres">
      <dgm:prSet presAssocID="{70ADCA31-7D83-4C55-84F6-55C6081123D9}" presName="spaceRect" presStyleCnt="0"/>
      <dgm:spPr/>
    </dgm:pt>
    <dgm:pt modelId="{BF691274-5DA7-4BB9-AD54-C970327DEF24}" type="pres">
      <dgm:prSet presAssocID="{70ADCA31-7D83-4C55-84F6-55C6081123D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95B3A13-E958-451B-8B51-D1730FE9446A}" srcId="{E73E1421-84EE-4314-A45D-DA6763E858F1}" destId="{70ADCA31-7D83-4C55-84F6-55C6081123D9}" srcOrd="2" destOrd="0" parTransId="{02604B47-469F-4F52-810F-C91C7689915A}" sibTransId="{AB4E460E-16A8-4813-9905-41E4B178AED9}"/>
    <dgm:cxn modelId="{4923D948-31D1-4EAA-967B-EB213F616999}" type="presOf" srcId="{02D1E579-3961-4B30-AFDE-2DE2E7874216}" destId="{0F87D0BC-2073-4C07-9B8B-789DF6B9B2A0}" srcOrd="0" destOrd="0" presId="urn:microsoft.com/office/officeart/2018/2/layout/IconVerticalSolidList"/>
    <dgm:cxn modelId="{DD5589AC-DD4E-4640-8EFB-AF0ED9B998A3}" srcId="{E73E1421-84EE-4314-A45D-DA6763E858F1}" destId="{BAEAFD80-62C8-4B99-B0BE-07BD8B216B5A}" srcOrd="1" destOrd="0" parTransId="{CB71422A-11EE-42AD-A1B3-A134CCFC41E0}" sibTransId="{86460B14-5AE1-48FA-8F15-67745C2C9657}"/>
    <dgm:cxn modelId="{6B0270AD-3170-48A2-9D5B-5A2A0F6D13FF}" type="presOf" srcId="{70ADCA31-7D83-4C55-84F6-55C6081123D9}" destId="{BF691274-5DA7-4BB9-AD54-C970327DEF24}" srcOrd="0" destOrd="0" presId="urn:microsoft.com/office/officeart/2018/2/layout/IconVerticalSolidList"/>
    <dgm:cxn modelId="{DD1EDDB7-0289-47B6-B9D1-C7A24460B1D3}" type="presOf" srcId="{BAEAFD80-62C8-4B99-B0BE-07BD8B216B5A}" destId="{790F476E-1B48-43F8-AE99-D8A65815915D}" srcOrd="0" destOrd="0" presId="urn:microsoft.com/office/officeart/2018/2/layout/IconVerticalSolidList"/>
    <dgm:cxn modelId="{033278BA-2036-41C8-A82B-B29713B9665F}" srcId="{E73E1421-84EE-4314-A45D-DA6763E858F1}" destId="{02D1E579-3961-4B30-AFDE-2DE2E7874216}" srcOrd="0" destOrd="0" parTransId="{D55804F0-A364-4C27-8AAD-CDDC267525A3}" sibTransId="{D52E002F-A168-4ACF-AC83-69FE6EBAE843}"/>
    <dgm:cxn modelId="{2A9DB5FF-DFB1-49D9-8956-3A45CBC1565A}" type="presOf" srcId="{E73E1421-84EE-4314-A45D-DA6763E858F1}" destId="{B02BE152-4FEE-4240-A58D-F76E2F4912FA}" srcOrd="0" destOrd="0" presId="urn:microsoft.com/office/officeart/2018/2/layout/IconVerticalSolidList"/>
    <dgm:cxn modelId="{3C3D6D13-2FB1-4DD6-97AA-BAE9688A5CA3}" type="presParOf" srcId="{B02BE152-4FEE-4240-A58D-F76E2F4912FA}" destId="{91DF47E9-BF63-4F45-AD50-9A68C1D56F6B}" srcOrd="0" destOrd="0" presId="urn:microsoft.com/office/officeart/2018/2/layout/IconVerticalSolidList"/>
    <dgm:cxn modelId="{9CF0C2C1-D7CF-44AF-8F0D-CC51D13C8CDE}" type="presParOf" srcId="{91DF47E9-BF63-4F45-AD50-9A68C1D56F6B}" destId="{2888FD16-CF68-4419-B676-B9CF08DC3D7D}" srcOrd="0" destOrd="0" presId="urn:microsoft.com/office/officeart/2018/2/layout/IconVerticalSolidList"/>
    <dgm:cxn modelId="{791F3466-C7A8-4E92-A245-089467153B55}" type="presParOf" srcId="{91DF47E9-BF63-4F45-AD50-9A68C1D56F6B}" destId="{8FE69C0D-DBCC-48DA-9AD1-FD99884AE7BA}" srcOrd="1" destOrd="0" presId="urn:microsoft.com/office/officeart/2018/2/layout/IconVerticalSolidList"/>
    <dgm:cxn modelId="{8E140556-D140-4C68-A4EA-978679AF0194}" type="presParOf" srcId="{91DF47E9-BF63-4F45-AD50-9A68C1D56F6B}" destId="{53521948-635E-46A0-A2AA-6128E4BB6286}" srcOrd="2" destOrd="0" presId="urn:microsoft.com/office/officeart/2018/2/layout/IconVerticalSolidList"/>
    <dgm:cxn modelId="{5FA96FC2-A692-4482-AFD3-C96D9B130DA9}" type="presParOf" srcId="{91DF47E9-BF63-4F45-AD50-9A68C1D56F6B}" destId="{0F87D0BC-2073-4C07-9B8B-789DF6B9B2A0}" srcOrd="3" destOrd="0" presId="urn:microsoft.com/office/officeart/2018/2/layout/IconVerticalSolidList"/>
    <dgm:cxn modelId="{5CE89E28-B0EF-46B5-9188-062AEFD14994}" type="presParOf" srcId="{B02BE152-4FEE-4240-A58D-F76E2F4912FA}" destId="{8EB99CB5-41C1-4517-96DB-06D4EF572700}" srcOrd="1" destOrd="0" presId="urn:microsoft.com/office/officeart/2018/2/layout/IconVerticalSolidList"/>
    <dgm:cxn modelId="{8FB5A8A2-5556-483B-86ED-4141BCE63315}" type="presParOf" srcId="{B02BE152-4FEE-4240-A58D-F76E2F4912FA}" destId="{41B366C3-3617-4B98-A92B-7F84600A875E}" srcOrd="2" destOrd="0" presId="urn:microsoft.com/office/officeart/2018/2/layout/IconVerticalSolidList"/>
    <dgm:cxn modelId="{8CAB6C39-B44E-45B5-A377-48ACF17B8496}" type="presParOf" srcId="{41B366C3-3617-4B98-A92B-7F84600A875E}" destId="{089EEEAB-142A-499A-9DC9-FB9CE9E0D253}" srcOrd="0" destOrd="0" presId="urn:microsoft.com/office/officeart/2018/2/layout/IconVerticalSolidList"/>
    <dgm:cxn modelId="{A935CA84-6840-438C-AE6A-8278839C458D}" type="presParOf" srcId="{41B366C3-3617-4B98-A92B-7F84600A875E}" destId="{722ABE5E-7473-4327-B5A8-DA0D8BADF046}" srcOrd="1" destOrd="0" presId="urn:microsoft.com/office/officeart/2018/2/layout/IconVerticalSolidList"/>
    <dgm:cxn modelId="{756A1B35-7DF1-49D2-AD91-FC63BDE4DFB8}" type="presParOf" srcId="{41B366C3-3617-4B98-A92B-7F84600A875E}" destId="{1287BFB7-2076-4279-9796-C0819836072B}" srcOrd="2" destOrd="0" presId="urn:microsoft.com/office/officeart/2018/2/layout/IconVerticalSolidList"/>
    <dgm:cxn modelId="{44B1D762-4E57-48BE-8536-4C6B67F9ABB3}" type="presParOf" srcId="{41B366C3-3617-4B98-A92B-7F84600A875E}" destId="{790F476E-1B48-43F8-AE99-D8A65815915D}" srcOrd="3" destOrd="0" presId="urn:microsoft.com/office/officeart/2018/2/layout/IconVerticalSolidList"/>
    <dgm:cxn modelId="{3DE513A4-6C45-4C67-A4DD-C695D2269B91}" type="presParOf" srcId="{B02BE152-4FEE-4240-A58D-F76E2F4912FA}" destId="{4729E5DE-AF77-4C5D-94A7-240508A442EE}" srcOrd="3" destOrd="0" presId="urn:microsoft.com/office/officeart/2018/2/layout/IconVerticalSolidList"/>
    <dgm:cxn modelId="{D51E07C5-D6A2-4A71-ABE2-1C69968B900E}" type="presParOf" srcId="{B02BE152-4FEE-4240-A58D-F76E2F4912FA}" destId="{02F0F34F-EA71-46F6-8E99-2784A776E319}" srcOrd="4" destOrd="0" presId="urn:microsoft.com/office/officeart/2018/2/layout/IconVerticalSolidList"/>
    <dgm:cxn modelId="{C8091535-437F-4363-BE72-972F2E3D7C09}" type="presParOf" srcId="{02F0F34F-EA71-46F6-8E99-2784A776E319}" destId="{3061034A-2AC1-484B-AA85-2E55E2AE9E1C}" srcOrd="0" destOrd="0" presId="urn:microsoft.com/office/officeart/2018/2/layout/IconVerticalSolidList"/>
    <dgm:cxn modelId="{3461068D-7A5F-4C0F-99E9-2F28843E1B91}" type="presParOf" srcId="{02F0F34F-EA71-46F6-8E99-2784A776E319}" destId="{2A83673A-EB3C-4E20-9670-5992390A5B6E}" srcOrd="1" destOrd="0" presId="urn:microsoft.com/office/officeart/2018/2/layout/IconVerticalSolidList"/>
    <dgm:cxn modelId="{14E64310-6628-4755-969F-B735182FAB6D}" type="presParOf" srcId="{02F0F34F-EA71-46F6-8E99-2784A776E319}" destId="{41704925-E4F7-4BD8-863D-5F05951C858A}" srcOrd="2" destOrd="0" presId="urn:microsoft.com/office/officeart/2018/2/layout/IconVerticalSolidList"/>
    <dgm:cxn modelId="{B234D1F0-06BC-4B6B-AD62-038E6C812805}" type="presParOf" srcId="{02F0F34F-EA71-46F6-8E99-2784A776E319}" destId="{BF691274-5DA7-4BB9-AD54-C970327DEF2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10202E-B0FA-48AE-A77D-5A47FEEAAAA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3E61B35-F687-4F1A-8190-9E4BAD29F1EB}">
      <dgm:prSet/>
      <dgm:spPr/>
      <dgm:t>
        <a:bodyPr/>
        <a:lstStyle/>
        <a:p>
          <a:r>
            <a:rPr lang="en-US"/>
            <a:t>1. Calcula un valor provisional como Euler normal:</a:t>
          </a:r>
        </a:p>
      </dgm:t>
    </dgm:pt>
    <dgm:pt modelId="{7BF66DC5-5BB6-4DD9-AB02-2B1EE38B0B3C}" type="parTrans" cxnId="{CC26A1E9-6788-4666-BE0F-DEB2C7BA4ADE}">
      <dgm:prSet/>
      <dgm:spPr/>
      <dgm:t>
        <a:bodyPr/>
        <a:lstStyle/>
        <a:p>
          <a:endParaRPr lang="en-US"/>
        </a:p>
      </dgm:t>
    </dgm:pt>
    <dgm:pt modelId="{1461DE87-829E-496E-9F76-05437C1098B0}" type="sibTrans" cxnId="{CC26A1E9-6788-4666-BE0F-DEB2C7BA4ADE}">
      <dgm:prSet/>
      <dgm:spPr/>
      <dgm:t>
        <a:bodyPr/>
        <a:lstStyle/>
        <a:p>
          <a:endParaRPr lang="en-US"/>
        </a:p>
      </dgm:t>
    </dgm:pt>
    <dgm:pt modelId="{2F5C2E02-9E3E-4F21-80A7-8F2667909F53}">
      <dgm:prSet/>
      <dgm:spPr/>
      <dgm:t>
        <a:bodyPr/>
        <a:lstStyle/>
        <a:p>
          <a:r>
            <a:rPr lang="en-US"/>
            <a:t>𝑦pred = 𝑦𝑛 + ℎ 𝑓(𝑥𝑛, 𝑦𝑛) </a:t>
          </a:r>
        </a:p>
      </dgm:t>
    </dgm:pt>
    <dgm:pt modelId="{65210317-E761-4D83-B9A1-147E2E34F2FC}" type="parTrans" cxnId="{1DFA53BC-F4B1-4385-8436-69BCCEADE2B5}">
      <dgm:prSet/>
      <dgm:spPr/>
      <dgm:t>
        <a:bodyPr/>
        <a:lstStyle/>
        <a:p>
          <a:endParaRPr lang="en-US"/>
        </a:p>
      </dgm:t>
    </dgm:pt>
    <dgm:pt modelId="{2E57D69B-8795-47BF-A2DF-035B8CFBDB8B}" type="sibTrans" cxnId="{1DFA53BC-F4B1-4385-8436-69BCCEADE2B5}">
      <dgm:prSet/>
      <dgm:spPr/>
      <dgm:t>
        <a:bodyPr/>
        <a:lstStyle/>
        <a:p>
          <a:endParaRPr lang="en-US"/>
        </a:p>
      </dgm:t>
    </dgm:pt>
    <dgm:pt modelId="{F71FA58F-1639-4DFF-9291-D88A237191D2}">
      <dgm:prSet/>
      <dgm:spPr/>
      <dgm:t>
        <a:bodyPr/>
        <a:lstStyle/>
        <a:p>
          <a:r>
            <a:rPr lang="en-US"/>
            <a:t>2. Calcula la pendiente en ese punto provisional: </a:t>
          </a:r>
        </a:p>
      </dgm:t>
    </dgm:pt>
    <dgm:pt modelId="{44FE5B27-E74F-4218-B34F-690463B4D61A}" type="parTrans" cxnId="{6B036719-3A57-4B2E-9011-F0D2F950BC3E}">
      <dgm:prSet/>
      <dgm:spPr/>
      <dgm:t>
        <a:bodyPr/>
        <a:lstStyle/>
        <a:p>
          <a:endParaRPr lang="en-US"/>
        </a:p>
      </dgm:t>
    </dgm:pt>
    <dgm:pt modelId="{F15E62CD-1DAE-448C-9665-E24FA4CD136C}" type="sibTrans" cxnId="{6B036719-3A57-4B2E-9011-F0D2F950BC3E}">
      <dgm:prSet/>
      <dgm:spPr/>
      <dgm:t>
        <a:bodyPr/>
        <a:lstStyle/>
        <a:p>
          <a:endParaRPr lang="en-US"/>
        </a:p>
      </dgm:t>
    </dgm:pt>
    <dgm:pt modelId="{AACC2C27-C817-473A-8129-32619E2281AE}">
      <dgm:prSet/>
      <dgm:spPr/>
      <dgm:t>
        <a:bodyPr/>
        <a:lstStyle/>
        <a:p>
          <a:r>
            <a:rPr lang="en-US"/>
            <a:t>𝑓pred = 𝑓(𝑥𝑛 + ℎ, 𝑦pred) </a:t>
          </a:r>
        </a:p>
      </dgm:t>
    </dgm:pt>
    <dgm:pt modelId="{DE7FFD0A-1952-46CD-ACD6-97C2A8FBD4AE}" type="parTrans" cxnId="{0F3866A6-5FD4-412C-B7CE-674283782ABD}">
      <dgm:prSet/>
      <dgm:spPr/>
      <dgm:t>
        <a:bodyPr/>
        <a:lstStyle/>
        <a:p>
          <a:endParaRPr lang="en-US"/>
        </a:p>
      </dgm:t>
    </dgm:pt>
    <dgm:pt modelId="{95746CEB-034D-42BC-9452-751367F0B55E}" type="sibTrans" cxnId="{0F3866A6-5FD4-412C-B7CE-674283782ABD}">
      <dgm:prSet/>
      <dgm:spPr/>
      <dgm:t>
        <a:bodyPr/>
        <a:lstStyle/>
        <a:p>
          <a:endParaRPr lang="en-US"/>
        </a:p>
      </dgm:t>
    </dgm:pt>
    <dgm:pt modelId="{0A504BBB-DD3B-408E-92A9-00B5D7C2DAD4}">
      <dgm:prSet/>
      <dgm:spPr/>
      <dgm:t>
        <a:bodyPr/>
        <a:lstStyle/>
        <a:p>
          <a:r>
            <a:rPr lang="en-US"/>
            <a:t>3. Promedia las dos pendientes: </a:t>
          </a:r>
        </a:p>
      </dgm:t>
    </dgm:pt>
    <dgm:pt modelId="{AEE91F19-4DB6-423F-BF2F-23DC8B1E9AE8}" type="parTrans" cxnId="{F54C77A0-5343-4846-944E-A1FCCE7F25D5}">
      <dgm:prSet/>
      <dgm:spPr/>
      <dgm:t>
        <a:bodyPr/>
        <a:lstStyle/>
        <a:p>
          <a:endParaRPr lang="en-US"/>
        </a:p>
      </dgm:t>
    </dgm:pt>
    <dgm:pt modelId="{CA3F7D33-5C86-43A8-A049-A2ECE83B381F}" type="sibTrans" cxnId="{F54C77A0-5343-4846-944E-A1FCCE7F25D5}">
      <dgm:prSet/>
      <dgm:spPr/>
      <dgm:t>
        <a:bodyPr/>
        <a:lstStyle/>
        <a:p>
          <a:endParaRPr lang="en-US"/>
        </a:p>
      </dgm:t>
    </dgm:pt>
    <dgm:pt modelId="{67CBE400-46C1-48AB-8AC3-D06599E13C64}">
      <dgm:prSet/>
      <dgm:spPr/>
      <dgm:t>
        <a:bodyPr/>
        <a:lstStyle/>
        <a:p>
          <a:r>
            <a:rPr lang="en-US"/>
            <a:t>𝑦𝑛+1 = 𝑦𝑛 + ℎ 2 [𝑓(𝑥𝑛, 𝑦𝑛) + 𝑓pred]</a:t>
          </a:r>
        </a:p>
      </dgm:t>
    </dgm:pt>
    <dgm:pt modelId="{0FE47A18-3F84-423E-91D3-3F0ED72B01FD}" type="parTrans" cxnId="{711DFCD6-8711-4E89-BB7F-21AFE8D96008}">
      <dgm:prSet/>
      <dgm:spPr/>
      <dgm:t>
        <a:bodyPr/>
        <a:lstStyle/>
        <a:p>
          <a:endParaRPr lang="en-US"/>
        </a:p>
      </dgm:t>
    </dgm:pt>
    <dgm:pt modelId="{D74259C1-FB71-4D3B-904B-2E8D40BDB9EF}" type="sibTrans" cxnId="{711DFCD6-8711-4E89-BB7F-21AFE8D96008}">
      <dgm:prSet/>
      <dgm:spPr/>
      <dgm:t>
        <a:bodyPr/>
        <a:lstStyle/>
        <a:p>
          <a:endParaRPr lang="en-US"/>
        </a:p>
      </dgm:t>
    </dgm:pt>
    <dgm:pt modelId="{173BDF07-A141-4AF2-B5DF-595C9EF8FBFF}" type="pres">
      <dgm:prSet presAssocID="{F210202E-B0FA-48AE-A77D-5A47FEEAAAA3}" presName="linear" presStyleCnt="0">
        <dgm:presLayoutVars>
          <dgm:animLvl val="lvl"/>
          <dgm:resizeHandles val="exact"/>
        </dgm:presLayoutVars>
      </dgm:prSet>
      <dgm:spPr/>
    </dgm:pt>
    <dgm:pt modelId="{E7829CC7-3FFE-4CD9-88DF-AD8D9DE3B735}" type="pres">
      <dgm:prSet presAssocID="{43E61B35-F687-4F1A-8190-9E4BAD29F1E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99506B8-1230-449F-B1AD-9579ED414E11}" type="pres">
      <dgm:prSet presAssocID="{1461DE87-829E-496E-9F76-05437C1098B0}" presName="spacer" presStyleCnt="0"/>
      <dgm:spPr/>
    </dgm:pt>
    <dgm:pt modelId="{8A204F0F-F7B4-44A6-B1EF-0094AEC33D8A}" type="pres">
      <dgm:prSet presAssocID="{2F5C2E02-9E3E-4F21-80A7-8F2667909F5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2464FCD-FA09-4B67-9F5C-8D8CB7A9D3AA}" type="pres">
      <dgm:prSet presAssocID="{2E57D69B-8795-47BF-A2DF-035B8CFBDB8B}" presName="spacer" presStyleCnt="0"/>
      <dgm:spPr/>
    </dgm:pt>
    <dgm:pt modelId="{8271D125-3861-48A3-97D1-1F25F04C5957}" type="pres">
      <dgm:prSet presAssocID="{F71FA58F-1639-4DFF-9291-D88A237191D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A70A3D3-593C-4D67-B610-F86487F4FF2A}" type="pres">
      <dgm:prSet presAssocID="{F15E62CD-1DAE-448C-9665-E24FA4CD136C}" presName="spacer" presStyleCnt="0"/>
      <dgm:spPr/>
    </dgm:pt>
    <dgm:pt modelId="{6B96C94B-7DD3-411B-B539-1D9E2F196E19}" type="pres">
      <dgm:prSet presAssocID="{AACC2C27-C817-473A-8129-32619E2281A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A61BC22-6218-4C5A-8084-C78AAB8D3196}" type="pres">
      <dgm:prSet presAssocID="{95746CEB-034D-42BC-9452-751367F0B55E}" presName="spacer" presStyleCnt="0"/>
      <dgm:spPr/>
    </dgm:pt>
    <dgm:pt modelId="{B6CFE44D-AA2F-4856-B144-992454712880}" type="pres">
      <dgm:prSet presAssocID="{0A504BBB-DD3B-408E-92A9-00B5D7C2DAD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A682382-BAAC-4B7C-8D64-A1F7D615CCE9}" type="pres">
      <dgm:prSet presAssocID="{CA3F7D33-5C86-43A8-A049-A2ECE83B381F}" presName="spacer" presStyleCnt="0"/>
      <dgm:spPr/>
    </dgm:pt>
    <dgm:pt modelId="{F0D9AFC5-AA19-4F25-B6E0-F5D53A7FC6A4}" type="pres">
      <dgm:prSet presAssocID="{67CBE400-46C1-48AB-8AC3-D06599E13C6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9B8EE07-AC6B-4B4F-93C6-6CFE060C8448}" type="presOf" srcId="{F210202E-B0FA-48AE-A77D-5A47FEEAAAA3}" destId="{173BDF07-A141-4AF2-B5DF-595C9EF8FBFF}" srcOrd="0" destOrd="0" presId="urn:microsoft.com/office/officeart/2005/8/layout/vList2"/>
    <dgm:cxn modelId="{6B036719-3A57-4B2E-9011-F0D2F950BC3E}" srcId="{F210202E-B0FA-48AE-A77D-5A47FEEAAAA3}" destId="{F71FA58F-1639-4DFF-9291-D88A237191D2}" srcOrd="2" destOrd="0" parTransId="{44FE5B27-E74F-4218-B34F-690463B4D61A}" sibTransId="{F15E62CD-1DAE-448C-9665-E24FA4CD136C}"/>
    <dgm:cxn modelId="{5963B32F-BEA1-454B-879D-4D07DF5E309E}" type="presOf" srcId="{AACC2C27-C817-473A-8129-32619E2281AE}" destId="{6B96C94B-7DD3-411B-B539-1D9E2F196E19}" srcOrd="0" destOrd="0" presId="urn:microsoft.com/office/officeart/2005/8/layout/vList2"/>
    <dgm:cxn modelId="{6A040254-CD1A-4630-A912-F71093CBA365}" type="presOf" srcId="{43E61B35-F687-4F1A-8190-9E4BAD29F1EB}" destId="{E7829CC7-3FFE-4CD9-88DF-AD8D9DE3B735}" srcOrd="0" destOrd="0" presId="urn:microsoft.com/office/officeart/2005/8/layout/vList2"/>
    <dgm:cxn modelId="{1D2F6D95-DC13-4F11-86CE-647CB4E7532A}" type="presOf" srcId="{67CBE400-46C1-48AB-8AC3-D06599E13C64}" destId="{F0D9AFC5-AA19-4F25-B6E0-F5D53A7FC6A4}" srcOrd="0" destOrd="0" presId="urn:microsoft.com/office/officeart/2005/8/layout/vList2"/>
    <dgm:cxn modelId="{F54C77A0-5343-4846-944E-A1FCCE7F25D5}" srcId="{F210202E-B0FA-48AE-A77D-5A47FEEAAAA3}" destId="{0A504BBB-DD3B-408E-92A9-00B5D7C2DAD4}" srcOrd="4" destOrd="0" parTransId="{AEE91F19-4DB6-423F-BF2F-23DC8B1E9AE8}" sibTransId="{CA3F7D33-5C86-43A8-A049-A2ECE83B381F}"/>
    <dgm:cxn modelId="{143EF0A0-ACEA-41AA-9B53-7B8A32AEF766}" type="presOf" srcId="{F71FA58F-1639-4DFF-9291-D88A237191D2}" destId="{8271D125-3861-48A3-97D1-1F25F04C5957}" srcOrd="0" destOrd="0" presId="urn:microsoft.com/office/officeart/2005/8/layout/vList2"/>
    <dgm:cxn modelId="{0F3866A6-5FD4-412C-B7CE-674283782ABD}" srcId="{F210202E-B0FA-48AE-A77D-5A47FEEAAAA3}" destId="{AACC2C27-C817-473A-8129-32619E2281AE}" srcOrd="3" destOrd="0" parTransId="{DE7FFD0A-1952-46CD-ACD6-97C2A8FBD4AE}" sibTransId="{95746CEB-034D-42BC-9452-751367F0B55E}"/>
    <dgm:cxn modelId="{1C97C0A9-944D-414C-AD8F-0A635580D7E5}" type="presOf" srcId="{0A504BBB-DD3B-408E-92A9-00B5D7C2DAD4}" destId="{B6CFE44D-AA2F-4856-B144-992454712880}" srcOrd="0" destOrd="0" presId="urn:microsoft.com/office/officeart/2005/8/layout/vList2"/>
    <dgm:cxn modelId="{066AFFAA-EBED-4E3E-883C-0110324A863F}" type="presOf" srcId="{2F5C2E02-9E3E-4F21-80A7-8F2667909F53}" destId="{8A204F0F-F7B4-44A6-B1EF-0094AEC33D8A}" srcOrd="0" destOrd="0" presId="urn:microsoft.com/office/officeart/2005/8/layout/vList2"/>
    <dgm:cxn modelId="{1DFA53BC-F4B1-4385-8436-69BCCEADE2B5}" srcId="{F210202E-B0FA-48AE-A77D-5A47FEEAAAA3}" destId="{2F5C2E02-9E3E-4F21-80A7-8F2667909F53}" srcOrd="1" destOrd="0" parTransId="{65210317-E761-4D83-B9A1-147E2E34F2FC}" sibTransId="{2E57D69B-8795-47BF-A2DF-035B8CFBDB8B}"/>
    <dgm:cxn modelId="{711DFCD6-8711-4E89-BB7F-21AFE8D96008}" srcId="{F210202E-B0FA-48AE-A77D-5A47FEEAAAA3}" destId="{67CBE400-46C1-48AB-8AC3-D06599E13C64}" srcOrd="5" destOrd="0" parTransId="{0FE47A18-3F84-423E-91D3-3F0ED72B01FD}" sibTransId="{D74259C1-FB71-4D3B-904B-2E8D40BDB9EF}"/>
    <dgm:cxn modelId="{CC26A1E9-6788-4666-BE0F-DEB2C7BA4ADE}" srcId="{F210202E-B0FA-48AE-A77D-5A47FEEAAAA3}" destId="{43E61B35-F687-4F1A-8190-9E4BAD29F1EB}" srcOrd="0" destOrd="0" parTransId="{7BF66DC5-5BB6-4DD9-AB02-2B1EE38B0B3C}" sibTransId="{1461DE87-829E-496E-9F76-05437C1098B0}"/>
    <dgm:cxn modelId="{FD5B2BC8-DA7A-4ABD-8D21-C0086D169FB9}" type="presParOf" srcId="{173BDF07-A141-4AF2-B5DF-595C9EF8FBFF}" destId="{E7829CC7-3FFE-4CD9-88DF-AD8D9DE3B735}" srcOrd="0" destOrd="0" presId="urn:microsoft.com/office/officeart/2005/8/layout/vList2"/>
    <dgm:cxn modelId="{14F5AC5A-4BF7-4461-84C7-E233A2AD18B2}" type="presParOf" srcId="{173BDF07-A141-4AF2-B5DF-595C9EF8FBFF}" destId="{B99506B8-1230-449F-B1AD-9579ED414E11}" srcOrd="1" destOrd="0" presId="urn:microsoft.com/office/officeart/2005/8/layout/vList2"/>
    <dgm:cxn modelId="{96AAF568-8686-44D1-B614-755B34252690}" type="presParOf" srcId="{173BDF07-A141-4AF2-B5DF-595C9EF8FBFF}" destId="{8A204F0F-F7B4-44A6-B1EF-0094AEC33D8A}" srcOrd="2" destOrd="0" presId="urn:microsoft.com/office/officeart/2005/8/layout/vList2"/>
    <dgm:cxn modelId="{4538799D-91AF-437A-A090-9FAE661D322C}" type="presParOf" srcId="{173BDF07-A141-4AF2-B5DF-595C9EF8FBFF}" destId="{72464FCD-FA09-4B67-9F5C-8D8CB7A9D3AA}" srcOrd="3" destOrd="0" presId="urn:microsoft.com/office/officeart/2005/8/layout/vList2"/>
    <dgm:cxn modelId="{6BFB1272-8113-4FFD-AFB4-E60D1711B2D1}" type="presParOf" srcId="{173BDF07-A141-4AF2-B5DF-595C9EF8FBFF}" destId="{8271D125-3861-48A3-97D1-1F25F04C5957}" srcOrd="4" destOrd="0" presId="urn:microsoft.com/office/officeart/2005/8/layout/vList2"/>
    <dgm:cxn modelId="{7D991F73-1AFE-40B3-B588-EC85865FCA46}" type="presParOf" srcId="{173BDF07-A141-4AF2-B5DF-595C9EF8FBFF}" destId="{1A70A3D3-593C-4D67-B610-F86487F4FF2A}" srcOrd="5" destOrd="0" presId="urn:microsoft.com/office/officeart/2005/8/layout/vList2"/>
    <dgm:cxn modelId="{06F74DE1-986C-456C-BA6A-E88A75E507E3}" type="presParOf" srcId="{173BDF07-A141-4AF2-B5DF-595C9EF8FBFF}" destId="{6B96C94B-7DD3-411B-B539-1D9E2F196E19}" srcOrd="6" destOrd="0" presId="urn:microsoft.com/office/officeart/2005/8/layout/vList2"/>
    <dgm:cxn modelId="{541D153A-B20C-4EC1-A976-272BEC4DDCC4}" type="presParOf" srcId="{173BDF07-A141-4AF2-B5DF-595C9EF8FBFF}" destId="{5A61BC22-6218-4C5A-8084-C78AAB8D3196}" srcOrd="7" destOrd="0" presId="urn:microsoft.com/office/officeart/2005/8/layout/vList2"/>
    <dgm:cxn modelId="{86C514D8-8539-4EBB-A6EF-0705C2D8E546}" type="presParOf" srcId="{173BDF07-A141-4AF2-B5DF-595C9EF8FBFF}" destId="{B6CFE44D-AA2F-4856-B144-992454712880}" srcOrd="8" destOrd="0" presId="urn:microsoft.com/office/officeart/2005/8/layout/vList2"/>
    <dgm:cxn modelId="{27C84A9A-6BC1-4810-A762-0EA44E06CB18}" type="presParOf" srcId="{173BDF07-A141-4AF2-B5DF-595C9EF8FBFF}" destId="{2A682382-BAAC-4B7C-8D64-A1F7D615CCE9}" srcOrd="9" destOrd="0" presId="urn:microsoft.com/office/officeart/2005/8/layout/vList2"/>
    <dgm:cxn modelId="{0DFE2900-917E-467E-936C-EDFAEB984D05}" type="presParOf" srcId="{173BDF07-A141-4AF2-B5DF-595C9EF8FBFF}" destId="{F0D9AFC5-AA19-4F25-B6E0-F5D53A7FC6A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DA53BD-C41A-4A33-9163-92A70AF9B9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905EED-2CCC-4EC6-8AD5-6C16F7CD8EF2}">
      <dgm:prSet/>
      <dgm:spPr/>
      <dgm:t>
        <a:bodyPr/>
        <a:lstStyle/>
        <a:p>
          <a:r>
            <a:rPr lang="en-US"/>
            <a:t>import tkinter as tk</a:t>
          </a:r>
        </a:p>
      </dgm:t>
    </dgm:pt>
    <dgm:pt modelId="{8634DC32-84DE-4945-846D-9E02F0826216}" type="parTrans" cxnId="{E78C766B-3D88-4E17-BBF1-BE23437534BE}">
      <dgm:prSet/>
      <dgm:spPr/>
      <dgm:t>
        <a:bodyPr/>
        <a:lstStyle/>
        <a:p>
          <a:endParaRPr lang="en-US"/>
        </a:p>
      </dgm:t>
    </dgm:pt>
    <dgm:pt modelId="{7D95A1DF-131E-48E9-B545-98B822FE0034}" type="sibTrans" cxnId="{E78C766B-3D88-4E17-BBF1-BE23437534BE}">
      <dgm:prSet/>
      <dgm:spPr/>
      <dgm:t>
        <a:bodyPr/>
        <a:lstStyle/>
        <a:p>
          <a:endParaRPr lang="en-US"/>
        </a:p>
      </dgm:t>
    </dgm:pt>
    <dgm:pt modelId="{B14627DB-DDCD-421B-97BA-C6AAA75D29D3}">
      <dgm:prSet/>
      <dgm:spPr/>
      <dgm:t>
        <a:bodyPr/>
        <a:lstStyle/>
        <a:p>
          <a:r>
            <a:rPr lang="en-US"/>
            <a:t>from tkinter import ttk, messagebox</a:t>
          </a:r>
        </a:p>
      </dgm:t>
    </dgm:pt>
    <dgm:pt modelId="{D207D74A-C7BB-4BF4-9DFB-A1A6B945E70A}" type="parTrans" cxnId="{699BB485-403A-4EDF-9C6F-79A00A823407}">
      <dgm:prSet/>
      <dgm:spPr/>
      <dgm:t>
        <a:bodyPr/>
        <a:lstStyle/>
        <a:p>
          <a:endParaRPr lang="en-US"/>
        </a:p>
      </dgm:t>
    </dgm:pt>
    <dgm:pt modelId="{F41267D6-2CFF-4588-9EEE-CF1D57C176D0}" type="sibTrans" cxnId="{699BB485-403A-4EDF-9C6F-79A00A823407}">
      <dgm:prSet/>
      <dgm:spPr/>
      <dgm:t>
        <a:bodyPr/>
        <a:lstStyle/>
        <a:p>
          <a:endParaRPr lang="en-US"/>
        </a:p>
      </dgm:t>
    </dgm:pt>
    <dgm:pt modelId="{1D9565DE-5450-41AB-92FA-C59DA09CA7B3}">
      <dgm:prSet/>
      <dgm:spPr/>
      <dgm:t>
        <a:bodyPr/>
        <a:lstStyle/>
        <a:p>
          <a:r>
            <a:rPr lang="en-US"/>
            <a:t>import numpy as np</a:t>
          </a:r>
        </a:p>
      </dgm:t>
    </dgm:pt>
    <dgm:pt modelId="{0FE445FE-3C11-483B-934C-1B5FA4731541}" type="parTrans" cxnId="{9FF54EB0-EE06-4B0A-BB37-29BB964AFCB3}">
      <dgm:prSet/>
      <dgm:spPr/>
      <dgm:t>
        <a:bodyPr/>
        <a:lstStyle/>
        <a:p>
          <a:endParaRPr lang="en-US"/>
        </a:p>
      </dgm:t>
    </dgm:pt>
    <dgm:pt modelId="{28D22D98-EC5F-4D58-ACA3-0C900A50A4AD}" type="sibTrans" cxnId="{9FF54EB0-EE06-4B0A-BB37-29BB964AFCB3}">
      <dgm:prSet/>
      <dgm:spPr/>
      <dgm:t>
        <a:bodyPr/>
        <a:lstStyle/>
        <a:p>
          <a:endParaRPr lang="en-US"/>
        </a:p>
      </dgm:t>
    </dgm:pt>
    <dgm:pt modelId="{0FB3DF88-7F8C-4699-9471-3CE8FF44CE7B}">
      <dgm:prSet/>
      <dgm:spPr/>
      <dgm:t>
        <a:bodyPr/>
        <a:lstStyle/>
        <a:p>
          <a:r>
            <a:rPr lang="en-US"/>
            <a:t>import matplotlib.pyplot as plt</a:t>
          </a:r>
        </a:p>
      </dgm:t>
    </dgm:pt>
    <dgm:pt modelId="{D3384661-EE26-4FF3-B431-DF186061BFFB}" type="parTrans" cxnId="{E3750DD1-67ED-4B27-9FB3-62A8033F54D5}">
      <dgm:prSet/>
      <dgm:spPr/>
      <dgm:t>
        <a:bodyPr/>
        <a:lstStyle/>
        <a:p>
          <a:endParaRPr lang="en-US"/>
        </a:p>
      </dgm:t>
    </dgm:pt>
    <dgm:pt modelId="{BAC9011A-5FC5-4B21-B3CD-A0792C039706}" type="sibTrans" cxnId="{E3750DD1-67ED-4B27-9FB3-62A8033F54D5}">
      <dgm:prSet/>
      <dgm:spPr/>
      <dgm:t>
        <a:bodyPr/>
        <a:lstStyle/>
        <a:p>
          <a:endParaRPr lang="en-US"/>
        </a:p>
      </dgm:t>
    </dgm:pt>
    <dgm:pt modelId="{D24A405B-F702-4A98-9A26-21DC084E5505}">
      <dgm:prSet/>
      <dgm:spPr/>
      <dgm:t>
        <a:bodyPr/>
        <a:lstStyle/>
        <a:p>
          <a:r>
            <a:rPr lang="en-US"/>
            <a:t>from matplotlib.backends.backend_tkagg import FigureCanvasTkAgg</a:t>
          </a:r>
        </a:p>
      </dgm:t>
    </dgm:pt>
    <dgm:pt modelId="{D8585450-8F5F-406F-9508-3B95CBD44234}" type="parTrans" cxnId="{0BAE6EB4-661C-4A48-8BB5-811862FD9F43}">
      <dgm:prSet/>
      <dgm:spPr/>
      <dgm:t>
        <a:bodyPr/>
        <a:lstStyle/>
        <a:p>
          <a:endParaRPr lang="en-US"/>
        </a:p>
      </dgm:t>
    </dgm:pt>
    <dgm:pt modelId="{9CFEA65F-0961-439A-A7A7-79203F71CF98}" type="sibTrans" cxnId="{0BAE6EB4-661C-4A48-8BB5-811862FD9F43}">
      <dgm:prSet/>
      <dgm:spPr/>
      <dgm:t>
        <a:bodyPr/>
        <a:lstStyle/>
        <a:p>
          <a:endParaRPr lang="en-US"/>
        </a:p>
      </dgm:t>
    </dgm:pt>
    <dgm:pt modelId="{EE657022-5448-43EC-88B5-E4E4E0BA4532}">
      <dgm:prSet/>
      <dgm:spPr/>
      <dgm:t>
        <a:bodyPr/>
        <a:lstStyle/>
        <a:p>
          <a:r>
            <a:rPr lang="en-US" b="1"/>
            <a:t>¿Qué hace cada una?</a:t>
          </a:r>
          <a:endParaRPr lang="en-US"/>
        </a:p>
      </dgm:t>
    </dgm:pt>
    <dgm:pt modelId="{0C46481A-DE07-4276-99C0-CDF9D8222BBF}" type="parTrans" cxnId="{FA1F5E20-4609-4073-9E1C-A77FA6A1689C}">
      <dgm:prSet/>
      <dgm:spPr/>
      <dgm:t>
        <a:bodyPr/>
        <a:lstStyle/>
        <a:p>
          <a:endParaRPr lang="en-US"/>
        </a:p>
      </dgm:t>
    </dgm:pt>
    <dgm:pt modelId="{E394876B-5465-490D-A99A-A073084D87E0}" type="sibTrans" cxnId="{FA1F5E20-4609-4073-9E1C-A77FA6A1689C}">
      <dgm:prSet/>
      <dgm:spPr/>
      <dgm:t>
        <a:bodyPr/>
        <a:lstStyle/>
        <a:p>
          <a:endParaRPr lang="en-US"/>
        </a:p>
      </dgm:t>
    </dgm:pt>
    <dgm:pt modelId="{9D20D6D6-D0FE-4A1C-A698-C25845314EB7}">
      <dgm:prSet/>
      <dgm:spPr/>
      <dgm:t>
        <a:bodyPr/>
        <a:lstStyle/>
        <a:p>
          <a:r>
            <a:rPr lang="en-US" b="1"/>
            <a:t>tkinter</a:t>
          </a:r>
          <a:r>
            <a:rPr lang="en-US"/>
            <a:t> → crea la ventana y todos los elementos gráficos.</a:t>
          </a:r>
        </a:p>
      </dgm:t>
    </dgm:pt>
    <dgm:pt modelId="{ECD65D2C-F3EB-4DBA-A05A-8B6ED5BF5679}" type="parTrans" cxnId="{8AB9A8CA-4168-4509-9F77-8D2E497EBAD5}">
      <dgm:prSet/>
      <dgm:spPr/>
      <dgm:t>
        <a:bodyPr/>
        <a:lstStyle/>
        <a:p>
          <a:endParaRPr lang="en-US"/>
        </a:p>
      </dgm:t>
    </dgm:pt>
    <dgm:pt modelId="{468F3393-C221-4BB6-B6F4-1FF94F7A3107}" type="sibTrans" cxnId="{8AB9A8CA-4168-4509-9F77-8D2E497EBAD5}">
      <dgm:prSet/>
      <dgm:spPr/>
      <dgm:t>
        <a:bodyPr/>
        <a:lstStyle/>
        <a:p>
          <a:endParaRPr lang="en-US"/>
        </a:p>
      </dgm:t>
    </dgm:pt>
    <dgm:pt modelId="{64A6DBD9-4A17-471F-ACEC-68A28D51C201}">
      <dgm:prSet/>
      <dgm:spPr/>
      <dgm:t>
        <a:bodyPr/>
        <a:lstStyle/>
        <a:p>
          <a:r>
            <a:rPr lang="en-US" b="1"/>
            <a:t>ttk</a:t>
          </a:r>
          <a:r>
            <a:rPr lang="en-US"/>
            <a:t> → widgets modernos (botones, labels, tablas).</a:t>
          </a:r>
        </a:p>
      </dgm:t>
    </dgm:pt>
    <dgm:pt modelId="{ADEDC75C-F850-4402-BFCE-FF716C0A7036}" type="parTrans" cxnId="{7105FCC7-7B73-4627-A66B-44B7E749D87D}">
      <dgm:prSet/>
      <dgm:spPr/>
      <dgm:t>
        <a:bodyPr/>
        <a:lstStyle/>
        <a:p>
          <a:endParaRPr lang="en-US"/>
        </a:p>
      </dgm:t>
    </dgm:pt>
    <dgm:pt modelId="{32EC1C5D-DD50-4841-BB10-1D1055F3FF5F}" type="sibTrans" cxnId="{7105FCC7-7B73-4627-A66B-44B7E749D87D}">
      <dgm:prSet/>
      <dgm:spPr/>
      <dgm:t>
        <a:bodyPr/>
        <a:lstStyle/>
        <a:p>
          <a:endParaRPr lang="en-US"/>
        </a:p>
      </dgm:t>
    </dgm:pt>
    <dgm:pt modelId="{5B9BFEEE-224A-41A3-9060-EA5DDB400F16}">
      <dgm:prSet/>
      <dgm:spPr/>
      <dgm:t>
        <a:bodyPr/>
        <a:lstStyle/>
        <a:p>
          <a:r>
            <a:rPr lang="en-US" b="1"/>
            <a:t>messagebox</a:t>
          </a:r>
          <a:r>
            <a:rPr lang="en-US"/>
            <a:t> → para mostrar mensajes de error.</a:t>
          </a:r>
        </a:p>
      </dgm:t>
    </dgm:pt>
    <dgm:pt modelId="{F3F017F1-E74D-486D-A526-0F803717DB17}" type="parTrans" cxnId="{84017F58-B6B8-4BA2-819D-76CF31202186}">
      <dgm:prSet/>
      <dgm:spPr/>
      <dgm:t>
        <a:bodyPr/>
        <a:lstStyle/>
        <a:p>
          <a:endParaRPr lang="en-US"/>
        </a:p>
      </dgm:t>
    </dgm:pt>
    <dgm:pt modelId="{8DD942A3-AF0F-45BA-B62E-89D20684402E}" type="sibTrans" cxnId="{84017F58-B6B8-4BA2-819D-76CF31202186}">
      <dgm:prSet/>
      <dgm:spPr/>
      <dgm:t>
        <a:bodyPr/>
        <a:lstStyle/>
        <a:p>
          <a:endParaRPr lang="en-US"/>
        </a:p>
      </dgm:t>
    </dgm:pt>
    <dgm:pt modelId="{5A3E369B-0C0A-4510-AE28-23888E77635E}">
      <dgm:prSet/>
      <dgm:spPr/>
      <dgm:t>
        <a:bodyPr/>
        <a:lstStyle/>
        <a:p>
          <a:r>
            <a:rPr lang="en-US" b="1"/>
            <a:t>numpy</a:t>
          </a:r>
          <a:r>
            <a:rPr lang="en-US"/>
            <a:t> → funciones matemáticas (sin, cos, exp, etc).</a:t>
          </a:r>
        </a:p>
      </dgm:t>
    </dgm:pt>
    <dgm:pt modelId="{20AEC062-37C1-4586-9377-DDB11AC8D905}" type="parTrans" cxnId="{DA553B43-21FD-4FCF-9FC1-0BF6E63B41B8}">
      <dgm:prSet/>
      <dgm:spPr/>
      <dgm:t>
        <a:bodyPr/>
        <a:lstStyle/>
        <a:p>
          <a:endParaRPr lang="en-US"/>
        </a:p>
      </dgm:t>
    </dgm:pt>
    <dgm:pt modelId="{ED85E314-062F-4679-A3DF-D3A68E6F5104}" type="sibTrans" cxnId="{DA553B43-21FD-4FCF-9FC1-0BF6E63B41B8}">
      <dgm:prSet/>
      <dgm:spPr/>
      <dgm:t>
        <a:bodyPr/>
        <a:lstStyle/>
        <a:p>
          <a:endParaRPr lang="en-US"/>
        </a:p>
      </dgm:t>
    </dgm:pt>
    <dgm:pt modelId="{C1DA6FAF-93FA-40CC-888C-68CAA6F90B76}">
      <dgm:prSet/>
      <dgm:spPr/>
      <dgm:t>
        <a:bodyPr/>
        <a:lstStyle/>
        <a:p>
          <a:r>
            <a:rPr lang="en-US" b="1"/>
            <a:t>matplotlib</a:t>
          </a:r>
          <a:r>
            <a:rPr lang="en-US"/>
            <a:t> → para graficar los resultados.</a:t>
          </a:r>
        </a:p>
      </dgm:t>
    </dgm:pt>
    <dgm:pt modelId="{E152E61E-4BF1-465E-977F-FC10B64CBCDB}" type="parTrans" cxnId="{2CDDE83E-5432-4220-BF3B-BEE9F2D74042}">
      <dgm:prSet/>
      <dgm:spPr/>
      <dgm:t>
        <a:bodyPr/>
        <a:lstStyle/>
        <a:p>
          <a:endParaRPr lang="en-US"/>
        </a:p>
      </dgm:t>
    </dgm:pt>
    <dgm:pt modelId="{6D2324F3-D6EE-4857-BADC-EDE85BFD4867}" type="sibTrans" cxnId="{2CDDE83E-5432-4220-BF3B-BEE9F2D74042}">
      <dgm:prSet/>
      <dgm:spPr/>
      <dgm:t>
        <a:bodyPr/>
        <a:lstStyle/>
        <a:p>
          <a:endParaRPr lang="en-US"/>
        </a:p>
      </dgm:t>
    </dgm:pt>
    <dgm:pt modelId="{2EFE86A2-D416-4922-9805-97488830A3C8}">
      <dgm:prSet/>
      <dgm:spPr/>
      <dgm:t>
        <a:bodyPr/>
        <a:lstStyle/>
        <a:p>
          <a:r>
            <a:rPr lang="en-US" b="1"/>
            <a:t>FigureCanvasTkAgg</a:t>
          </a:r>
          <a:r>
            <a:rPr lang="en-US"/>
            <a:t> → integra la gráfica dentro de Tkinter.</a:t>
          </a:r>
        </a:p>
      </dgm:t>
    </dgm:pt>
    <dgm:pt modelId="{42442600-3ABA-4F10-AD11-9BDFF708D5A8}" type="parTrans" cxnId="{3BA2BEBD-C91F-43C1-B999-0D3224A535EB}">
      <dgm:prSet/>
      <dgm:spPr/>
      <dgm:t>
        <a:bodyPr/>
        <a:lstStyle/>
        <a:p>
          <a:endParaRPr lang="en-US"/>
        </a:p>
      </dgm:t>
    </dgm:pt>
    <dgm:pt modelId="{622C3D9A-6DB2-4F50-8316-ED4AA620F9A9}" type="sibTrans" cxnId="{3BA2BEBD-C91F-43C1-B999-0D3224A535EB}">
      <dgm:prSet/>
      <dgm:spPr/>
      <dgm:t>
        <a:bodyPr/>
        <a:lstStyle/>
        <a:p>
          <a:endParaRPr lang="en-US"/>
        </a:p>
      </dgm:t>
    </dgm:pt>
    <dgm:pt modelId="{A1E3EC96-424D-4E77-9ED3-59EF68A9E8A7}" type="pres">
      <dgm:prSet presAssocID="{66DA53BD-C41A-4A33-9163-92A70AF9B9A0}" presName="linear" presStyleCnt="0">
        <dgm:presLayoutVars>
          <dgm:animLvl val="lvl"/>
          <dgm:resizeHandles val="exact"/>
        </dgm:presLayoutVars>
      </dgm:prSet>
      <dgm:spPr/>
    </dgm:pt>
    <dgm:pt modelId="{860EE5DA-61B6-42FA-89E5-CA525BEFF496}" type="pres">
      <dgm:prSet presAssocID="{3F905EED-2CCC-4EC6-8AD5-6C16F7CD8EF2}" presName="parentText" presStyleLbl="node1" presStyleIdx="0" presStyleCnt="12">
        <dgm:presLayoutVars>
          <dgm:chMax val="0"/>
          <dgm:bulletEnabled val="1"/>
        </dgm:presLayoutVars>
      </dgm:prSet>
      <dgm:spPr/>
    </dgm:pt>
    <dgm:pt modelId="{369D1211-39E7-46D5-A781-62DD0271ADF1}" type="pres">
      <dgm:prSet presAssocID="{7D95A1DF-131E-48E9-B545-98B822FE0034}" presName="spacer" presStyleCnt="0"/>
      <dgm:spPr/>
    </dgm:pt>
    <dgm:pt modelId="{B623D17F-7AA6-4C0B-AE07-20198AF19550}" type="pres">
      <dgm:prSet presAssocID="{B14627DB-DDCD-421B-97BA-C6AAA75D29D3}" presName="parentText" presStyleLbl="node1" presStyleIdx="1" presStyleCnt="12">
        <dgm:presLayoutVars>
          <dgm:chMax val="0"/>
          <dgm:bulletEnabled val="1"/>
        </dgm:presLayoutVars>
      </dgm:prSet>
      <dgm:spPr/>
    </dgm:pt>
    <dgm:pt modelId="{4FAC5EDC-AB9F-4897-83F9-8197DE5DE909}" type="pres">
      <dgm:prSet presAssocID="{F41267D6-2CFF-4588-9EEE-CF1D57C176D0}" presName="spacer" presStyleCnt="0"/>
      <dgm:spPr/>
    </dgm:pt>
    <dgm:pt modelId="{AEE50ECB-6559-426A-8F6C-DF1D4448CBD1}" type="pres">
      <dgm:prSet presAssocID="{1D9565DE-5450-41AB-92FA-C59DA09CA7B3}" presName="parentText" presStyleLbl="node1" presStyleIdx="2" presStyleCnt="12">
        <dgm:presLayoutVars>
          <dgm:chMax val="0"/>
          <dgm:bulletEnabled val="1"/>
        </dgm:presLayoutVars>
      </dgm:prSet>
      <dgm:spPr/>
    </dgm:pt>
    <dgm:pt modelId="{756C747D-F481-42E9-9BA0-9AC2990917E7}" type="pres">
      <dgm:prSet presAssocID="{28D22D98-EC5F-4D58-ACA3-0C900A50A4AD}" presName="spacer" presStyleCnt="0"/>
      <dgm:spPr/>
    </dgm:pt>
    <dgm:pt modelId="{9A84414D-CBDE-4438-AD4A-77718AD667A9}" type="pres">
      <dgm:prSet presAssocID="{0FB3DF88-7F8C-4699-9471-3CE8FF44CE7B}" presName="parentText" presStyleLbl="node1" presStyleIdx="3" presStyleCnt="12">
        <dgm:presLayoutVars>
          <dgm:chMax val="0"/>
          <dgm:bulletEnabled val="1"/>
        </dgm:presLayoutVars>
      </dgm:prSet>
      <dgm:spPr/>
    </dgm:pt>
    <dgm:pt modelId="{C5236A0B-8CC8-445F-9929-243F380AA815}" type="pres">
      <dgm:prSet presAssocID="{BAC9011A-5FC5-4B21-B3CD-A0792C039706}" presName="spacer" presStyleCnt="0"/>
      <dgm:spPr/>
    </dgm:pt>
    <dgm:pt modelId="{01C7C717-897C-4C1B-8060-3FF94FCA7456}" type="pres">
      <dgm:prSet presAssocID="{D24A405B-F702-4A98-9A26-21DC084E5505}" presName="parentText" presStyleLbl="node1" presStyleIdx="4" presStyleCnt="12">
        <dgm:presLayoutVars>
          <dgm:chMax val="0"/>
          <dgm:bulletEnabled val="1"/>
        </dgm:presLayoutVars>
      </dgm:prSet>
      <dgm:spPr/>
    </dgm:pt>
    <dgm:pt modelId="{88B3B96D-1A09-47B0-897A-8778957EED06}" type="pres">
      <dgm:prSet presAssocID="{9CFEA65F-0961-439A-A7A7-79203F71CF98}" presName="spacer" presStyleCnt="0"/>
      <dgm:spPr/>
    </dgm:pt>
    <dgm:pt modelId="{CFC3329F-97DC-4DEC-A2BF-00DA8ADA56C2}" type="pres">
      <dgm:prSet presAssocID="{EE657022-5448-43EC-88B5-E4E4E0BA4532}" presName="parentText" presStyleLbl="node1" presStyleIdx="5" presStyleCnt="12">
        <dgm:presLayoutVars>
          <dgm:chMax val="0"/>
          <dgm:bulletEnabled val="1"/>
        </dgm:presLayoutVars>
      </dgm:prSet>
      <dgm:spPr/>
    </dgm:pt>
    <dgm:pt modelId="{1E044471-D024-4DA6-A6D5-5D3C8944163C}" type="pres">
      <dgm:prSet presAssocID="{E394876B-5465-490D-A99A-A073084D87E0}" presName="spacer" presStyleCnt="0"/>
      <dgm:spPr/>
    </dgm:pt>
    <dgm:pt modelId="{2F4AFC15-2090-40CB-95B6-13DCDD7ADC55}" type="pres">
      <dgm:prSet presAssocID="{9D20D6D6-D0FE-4A1C-A698-C25845314EB7}" presName="parentText" presStyleLbl="node1" presStyleIdx="6" presStyleCnt="12">
        <dgm:presLayoutVars>
          <dgm:chMax val="0"/>
          <dgm:bulletEnabled val="1"/>
        </dgm:presLayoutVars>
      </dgm:prSet>
      <dgm:spPr/>
    </dgm:pt>
    <dgm:pt modelId="{C2C93A79-4D97-4943-971D-D02EFA02B44B}" type="pres">
      <dgm:prSet presAssocID="{468F3393-C221-4BB6-B6F4-1FF94F7A3107}" presName="spacer" presStyleCnt="0"/>
      <dgm:spPr/>
    </dgm:pt>
    <dgm:pt modelId="{CFF3ED96-DC95-4211-94C5-F3C4CB96C9B7}" type="pres">
      <dgm:prSet presAssocID="{64A6DBD9-4A17-471F-ACEC-68A28D51C201}" presName="parentText" presStyleLbl="node1" presStyleIdx="7" presStyleCnt="12">
        <dgm:presLayoutVars>
          <dgm:chMax val="0"/>
          <dgm:bulletEnabled val="1"/>
        </dgm:presLayoutVars>
      </dgm:prSet>
      <dgm:spPr/>
    </dgm:pt>
    <dgm:pt modelId="{A175BDB9-B85B-432A-85E2-AF8300985032}" type="pres">
      <dgm:prSet presAssocID="{32EC1C5D-DD50-4841-BB10-1D1055F3FF5F}" presName="spacer" presStyleCnt="0"/>
      <dgm:spPr/>
    </dgm:pt>
    <dgm:pt modelId="{2D8A0EFF-5444-435F-914D-D5C6DEBDE632}" type="pres">
      <dgm:prSet presAssocID="{5B9BFEEE-224A-41A3-9060-EA5DDB400F16}" presName="parentText" presStyleLbl="node1" presStyleIdx="8" presStyleCnt="12">
        <dgm:presLayoutVars>
          <dgm:chMax val="0"/>
          <dgm:bulletEnabled val="1"/>
        </dgm:presLayoutVars>
      </dgm:prSet>
      <dgm:spPr/>
    </dgm:pt>
    <dgm:pt modelId="{93D92699-3FC3-4778-8D7B-597635E3FD83}" type="pres">
      <dgm:prSet presAssocID="{8DD942A3-AF0F-45BA-B62E-89D20684402E}" presName="spacer" presStyleCnt="0"/>
      <dgm:spPr/>
    </dgm:pt>
    <dgm:pt modelId="{0CFA91A7-4E5F-4D36-8756-F58CD8365C6A}" type="pres">
      <dgm:prSet presAssocID="{5A3E369B-0C0A-4510-AE28-23888E77635E}" presName="parentText" presStyleLbl="node1" presStyleIdx="9" presStyleCnt="12">
        <dgm:presLayoutVars>
          <dgm:chMax val="0"/>
          <dgm:bulletEnabled val="1"/>
        </dgm:presLayoutVars>
      </dgm:prSet>
      <dgm:spPr/>
    </dgm:pt>
    <dgm:pt modelId="{29B6DCD3-7003-454C-A98C-220C044F85B6}" type="pres">
      <dgm:prSet presAssocID="{ED85E314-062F-4679-A3DF-D3A68E6F5104}" presName="spacer" presStyleCnt="0"/>
      <dgm:spPr/>
    </dgm:pt>
    <dgm:pt modelId="{82272380-26CD-48A5-A880-EBC7439808DB}" type="pres">
      <dgm:prSet presAssocID="{C1DA6FAF-93FA-40CC-888C-68CAA6F90B76}" presName="parentText" presStyleLbl="node1" presStyleIdx="10" presStyleCnt="12">
        <dgm:presLayoutVars>
          <dgm:chMax val="0"/>
          <dgm:bulletEnabled val="1"/>
        </dgm:presLayoutVars>
      </dgm:prSet>
      <dgm:spPr/>
    </dgm:pt>
    <dgm:pt modelId="{C66462B0-A699-448D-A375-00E2AB796777}" type="pres">
      <dgm:prSet presAssocID="{6D2324F3-D6EE-4857-BADC-EDE85BFD4867}" presName="spacer" presStyleCnt="0"/>
      <dgm:spPr/>
    </dgm:pt>
    <dgm:pt modelId="{859A4207-CB57-4B5A-AF4A-696A0139ED81}" type="pres">
      <dgm:prSet presAssocID="{2EFE86A2-D416-4922-9805-97488830A3C8}" presName="parentText" presStyleLbl="node1" presStyleIdx="11" presStyleCnt="12">
        <dgm:presLayoutVars>
          <dgm:chMax val="0"/>
          <dgm:bulletEnabled val="1"/>
        </dgm:presLayoutVars>
      </dgm:prSet>
      <dgm:spPr/>
    </dgm:pt>
  </dgm:ptLst>
  <dgm:cxnLst>
    <dgm:cxn modelId="{2313870D-3C17-49E6-9D67-E42D64029FC1}" type="presOf" srcId="{C1DA6FAF-93FA-40CC-888C-68CAA6F90B76}" destId="{82272380-26CD-48A5-A880-EBC7439808DB}" srcOrd="0" destOrd="0" presId="urn:microsoft.com/office/officeart/2005/8/layout/vList2"/>
    <dgm:cxn modelId="{05EC6712-D183-4176-807C-8582AEBAFF3D}" type="presOf" srcId="{66DA53BD-C41A-4A33-9163-92A70AF9B9A0}" destId="{A1E3EC96-424D-4E77-9ED3-59EF68A9E8A7}" srcOrd="0" destOrd="0" presId="urn:microsoft.com/office/officeart/2005/8/layout/vList2"/>
    <dgm:cxn modelId="{84701B1E-27E8-4A54-A380-E96A40FC7A90}" type="presOf" srcId="{64A6DBD9-4A17-471F-ACEC-68A28D51C201}" destId="{CFF3ED96-DC95-4211-94C5-F3C4CB96C9B7}" srcOrd="0" destOrd="0" presId="urn:microsoft.com/office/officeart/2005/8/layout/vList2"/>
    <dgm:cxn modelId="{FA1F5E20-4609-4073-9E1C-A77FA6A1689C}" srcId="{66DA53BD-C41A-4A33-9163-92A70AF9B9A0}" destId="{EE657022-5448-43EC-88B5-E4E4E0BA4532}" srcOrd="5" destOrd="0" parTransId="{0C46481A-DE07-4276-99C0-CDF9D8222BBF}" sibTransId="{E394876B-5465-490D-A99A-A073084D87E0}"/>
    <dgm:cxn modelId="{2CDDE83E-5432-4220-BF3B-BEE9F2D74042}" srcId="{66DA53BD-C41A-4A33-9163-92A70AF9B9A0}" destId="{C1DA6FAF-93FA-40CC-888C-68CAA6F90B76}" srcOrd="10" destOrd="0" parTransId="{E152E61E-4BF1-465E-977F-FC10B64CBCDB}" sibTransId="{6D2324F3-D6EE-4857-BADC-EDE85BFD4867}"/>
    <dgm:cxn modelId="{DA553B43-21FD-4FCF-9FC1-0BF6E63B41B8}" srcId="{66DA53BD-C41A-4A33-9163-92A70AF9B9A0}" destId="{5A3E369B-0C0A-4510-AE28-23888E77635E}" srcOrd="9" destOrd="0" parTransId="{20AEC062-37C1-4586-9377-DDB11AC8D905}" sibTransId="{ED85E314-062F-4679-A3DF-D3A68E6F5104}"/>
    <dgm:cxn modelId="{703FD243-E18F-4459-9737-3CD69870B10A}" type="presOf" srcId="{2EFE86A2-D416-4922-9805-97488830A3C8}" destId="{859A4207-CB57-4B5A-AF4A-696A0139ED81}" srcOrd="0" destOrd="0" presId="urn:microsoft.com/office/officeart/2005/8/layout/vList2"/>
    <dgm:cxn modelId="{E0E36365-B814-41BB-9126-AD81130B5A5C}" type="presOf" srcId="{0FB3DF88-7F8C-4699-9471-3CE8FF44CE7B}" destId="{9A84414D-CBDE-4438-AD4A-77718AD667A9}" srcOrd="0" destOrd="0" presId="urn:microsoft.com/office/officeart/2005/8/layout/vList2"/>
    <dgm:cxn modelId="{ECE35047-1CA2-4034-963D-7FAB2DD4E4CB}" type="presOf" srcId="{1D9565DE-5450-41AB-92FA-C59DA09CA7B3}" destId="{AEE50ECB-6559-426A-8F6C-DF1D4448CBD1}" srcOrd="0" destOrd="0" presId="urn:microsoft.com/office/officeart/2005/8/layout/vList2"/>
    <dgm:cxn modelId="{E78C766B-3D88-4E17-BBF1-BE23437534BE}" srcId="{66DA53BD-C41A-4A33-9163-92A70AF9B9A0}" destId="{3F905EED-2CCC-4EC6-8AD5-6C16F7CD8EF2}" srcOrd="0" destOrd="0" parTransId="{8634DC32-84DE-4945-846D-9E02F0826216}" sibTransId="{7D95A1DF-131E-48E9-B545-98B822FE0034}"/>
    <dgm:cxn modelId="{A62DE357-E6B9-4F05-A1BD-10EC0C3E5712}" type="presOf" srcId="{B14627DB-DDCD-421B-97BA-C6AAA75D29D3}" destId="{B623D17F-7AA6-4C0B-AE07-20198AF19550}" srcOrd="0" destOrd="0" presId="urn:microsoft.com/office/officeart/2005/8/layout/vList2"/>
    <dgm:cxn modelId="{7B274458-EAD1-443A-9596-B93D338866A9}" type="presOf" srcId="{9D20D6D6-D0FE-4A1C-A698-C25845314EB7}" destId="{2F4AFC15-2090-40CB-95B6-13DCDD7ADC55}" srcOrd="0" destOrd="0" presId="urn:microsoft.com/office/officeart/2005/8/layout/vList2"/>
    <dgm:cxn modelId="{84017F58-B6B8-4BA2-819D-76CF31202186}" srcId="{66DA53BD-C41A-4A33-9163-92A70AF9B9A0}" destId="{5B9BFEEE-224A-41A3-9060-EA5DDB400F16}" srcOrd="8" destOrd="0" parTransId="{F3F017F1-E74D-486D-A526-0F803717DB17}" sibTransId="{8DD942A3-AF0F-45BA-B62E-89D20684402E}"/>
    <dgm:cxn modelId="{699BB485-403A-4EDF-9C6F-79A00A823407}" srcId="{66DA53BD-C41A-4A33-9163-92A70AF9B9A0}" destId="{B14627DB-DDCD-421B-97BA-C6AAA75D29D3}" srcOrd="1" destOrd="0" parTransId="{D207D74A-C7BB-4BF4-9DFB-A1A6B945E70A}" sibTransId="{F41267D6-2CFF-4588-9EEE-CF1D57C176D0}"/>
    <dgm:cxn modelId="{C8E90686-8189-4208-A5D9-F4D837F8A00E}" type="presOf" srcId="{5B9BFEEE-224A-41A3-9060-EA5DDB400F16}" destId="{2D8A0EFF-5444-435F-914D-D5C6DEBDE632}" srcOrd="0" destOrd="0" presId="urn:microsoft.com/office/officeart/2005/8/layout/vList2"/>
    <dgm:cxn modelId="{535FCA89-EDEC-424E-BAAD-26D89480E2B4}" type="presOf" srcId="{D24A405B-F702-4A98-9A26-21DC084E5505}" destId="{01C7C717-897C-4C1B-8060-3FF94FCA7456}" srcOrd="0" destOrd="0" presId="urn:microsoft.com/office/officeart/2005/8/layout/vList2"/>
    <dgm:cxn modelId="{A6E45A9F-ACB1-43AB-B3A2-6B0DAAB073A4}" type="presOf" srcId="{3F905EED-2CCC-4EC6-8AD5-6C16F7CD8EF2}" destId="{860EE5DA-61B6-42FA-89E5-CA525BEFF496}" srcOrd="0" destOrd="0" presId="urn:microsoft.com/office/officeart/2005/8/layout/vList2"/>
    <dgm:cxn modelId="{9FF54EB0-EE06-4B0A-BB37-29BB964AFCB3}" srcId="{66DA53BD-C41A-4A33-9163-92A70AF9B9A0}" destId="{1D9565DE-5450-41AB-92FA-C59DA09CA7B3}" srcOrd="2" destOrd="0" parTransId="{0FE445FE-3C11-483B-934C-1B5FA4731541}" sibTransId="{28D22D98-EC5F-4D58-ACA3-0C900A50A4AD}"/>
    <dgm:cxn modelId="{0BAE6EB4-661C-4A48-8BB5-811862FD9F43}" srcId="{66DA53BD-C41A-4A33-9163-92A70AF9B9A0}" destId="{D24A405B-F702-4A98-9A26-21DC084E5505}" srcOrd="4" destOrd="0" parTransId="{D8585450-8F5F-406F-9508-3B95CBD44234}" sibTransId="{9CFEA65F-0961-439A-A7A7-79203F71CF98}"/>
    <dgm:cxn modelId="{3BA2BEBD-C91F-43C1-B999-0D3224A535EB}" srcId="{66DA53BD-C41A-4A33-9163-92A70AF9B9A0}" destId="{2EFE86A2-D416-4922-9805-97488830A3C8}" srcOrd="11" destOrd="0" parTransId="{42442600-3ABA-4F10-AD11-9BDFF708D5A8}" sibTransId="{622C3D9A-6DB2-4F50-8316-ED4AA620F9A9}"/>
    <dgm:cxn modelId="{7105FCC7-7B73-4627-A66B-44B7E749D87D}" srcId="{66DA53BD-C41A-4A33-9163-92A70AF9B9A0}" destId="{64A6DBD9-4A17-471F-ACEC-68A28D51C201}" srcOrd="7" destOrd="0" parTransId="{ADEDC75C-F850-4402-BFCE-FF716C0A7036}" sibTransId="{32EC1C5D-DD50-4841-BB10-1D1055F3FF5F}"/>
    <dgm:cxn modelId="{8AB9A8CA-4168-4509-9F77-8D2E497EBAD5}" srcId="{66DA53BD-C41A-4A33-9163-92A70AF9B9A0}" destId="{9D20D6D6-D0FE-4A1C-A698-C25845314EB7}" srcOrd="6" destOrd="0" parTransId="{ECD65D2C-F3EB-4DBA-A05A-8B6ED5BF5679}" sibTransId="{468F3393-C221-4BB6-B6F4-1FF94F7A3107}"/>
    <dgm:cxn modelId="{F4EC06CD-5462-48C0-84AA-48BC70C689E6}" type="presOf" srcId="{5A3E369B-0C0A-4510-AE28-23888E77635E}" destId="{0CFA91A7-4E5F-4D36-8756-F58CD8365C6A}" srcOrd="0" destOrd="0" presId="urn:microsoft.com/office/officeart/2005/8/layout/vList2"/>
    <dgm:cxn modelId="{E3750DD1-67ED-4B27-9FB3-62A8033F54D5}" srcId="{66DA53BD-C41A-4A33-9163-92A70AF9B9A0}" destId="{0FB3DF88-7F8C-4699-9471-3CE8FF44CE7B}" srcOrd="3" destOrd="0" parTransId="{D3384661-EE26-4FF3-B431-DF186061BFFB}" sibTransId="{BAC9011A-5FC5-4B21-B3CD-A0792C039706}"/>
    <dgm:cxn modelId="{013EE6EA-A8FD-49D1-ABB9-B6511C5C52F5}" type="presOf" srcId="{EE657022-5448-43EC-88B5-E4E4E0BA4532}" destId="{CFC3329F-97DC-4DEC-A2BF-00DA8ADA56C2}" srcOrd="0" destOrd="0" presId="urn:microsoft.com/office/officeart/2005/8/layout/vList2"/>
    <dgm:cxn modelId="{AA509A08-2E87-4484-83D5-72398C5E4140}" type="presParOf" srcId="{A1E3EC96-424D-4E77-9ED3-59EF68A9E8A7}" destId="{860EE5DA-61B6-42FA-89E5-CA525BEFF496}" srcOrd="0" destOrd="0" presId="urn:microsoft.com/office/officeart/2005/8/layout/vList2"/>
    <dgm:cxn modelId="{D0D2E6A6-FF8F-4830-8FAC-197A097AA66D}" type="presParOf" srcId="{A1E3EC96-424D-4E77-9ED3-59EF68A9E8A7}" destId="{369D1211-39E7-46D5-A781-62DD0271ADF1}" srcOrd="1" destOrd="0" presId="urn:microsoft.com/office/officeart/2005/8/layout/vList2"/>
    <dgm:cxn modelId="{4F708715-1B65-4024-B2DC-D3925D08D02F}" type="presParOf" srcId="{A1E3EC96-424D-4E77-9ED3-59EF68A9E8A7}" destId="{B623D17F-7AA6-4C0B-AE07-20198AF19550}" srcOrd="2" destOrd="0" presId="urn:microsoft.com/office/officeart/2005/8/layout/vList2"/>
    <dgm:cxn modelId="{77F2FE00-0BB5-4E09-8761-AC964BE73E04}" type="presParOf" srcId="{A1E3EC96-424D-4E77-9ED3-59EF68A9E8A7}" destId="{4FAC5EDC-AB9F-4897-83F9-8197DE5DE909}" srcOrd="3" destOrd="0" presId="urn:microsoft.com/office/officeart/2005/8/layout/vList2"/>
    <dgm:cxn modelId="{AE392569-76F5-48B5-85A6-C9F9FB721541}" type="presParOf" srcId="{A1E3EC96-424D-4E77-9ED3-59EF68A9E8A7}" destId="{AEE50ECB-6559-426A-8F6C-DF1D4448CBD1}" srcOrd="4" destOrd="0" presId="urn:microsoft.com/office/officeart/2005/8/layout/vList2"/>
    <dgm:cxn modelId="{357490A3-4848-43EF-808C-8C09E293A1F1}" type="presParOf" srcId="{A1E3EC96-424D-4E77-9ED3-59EF68A9E8A7}" destId="{756C747D-F481-42E9-9BA0-9AC2990917E7}" srcOrd="5" destOrd="0" presId="urn:microsoft.com/office/officeart/2005/8/layout/vList2"/>
    <dgm:cxn modelId="{AC1FF39D-3DCC-4E65-81B9-1D3AA00E1FBC}" type="presParOf" srcId="{A1E3EC96-424D-4E77-9ED3-59EF68A9E8A7}" destId="{9A84414D-CBDE-4438-AD4A-77718AD667A9}" srcOrd="6" destOrd="0" presId="urn:microsoft.com/office/officeart/2005/8/layout/vList2"/>
    <dgm:cxn modelId="{A492BD18-70B3-4A74-B923-BE7456C60C55}" type="presParOf" srcId="{A1E3EC96-424D-4E77-9ED3-59EF68A9E8A7}" destId="{C5236A0B-8CC8-445F-9929-243F380AA815}" srcOrd="7" destOrd="0" presId="urn:microsoft.com/office/officeart/2005/8/layout/vList2"/>
    <dgm:cxn modelId="{CB500FBC-740F-48FA-A67C-9EDC6FD2ED30}" type="presParOf" srcId="{A1E3EC96-424D-4E77-9ED3-59EF68A9E8A7}" destId="{01C7C717-897C-4C1B-8060-3FF94FCA7456}" srcOrd="8" destOrd="0" presId="urn:microsoft.com/office/officeart/2005/8/layout/vList2"/>
    <dgm:cxn modelId="{D2E2DFC0-63AD-4865-A86C-2C8CE62E7930}" type="presParOf" srcId="{A1E3EC96-424D-4E77-9ED3-59EF68A9E8A7}" destId="{88B3B96D-1A09-47B0-897A-8778957EED06}" srcOrd="9" destOrd="0" presId="urn:microsoft.com/office/officeart/2005/8/layout/vList2"/>
    <dgm:cxn modelId="{8B2B5F8A-B891-4CFB-9349-9F046D97461D}" type="presParOf" srcId="{A1E3EC96-424D-4E77-9ED3-59EF68A9E8A7}" destId="{CFC3329F-97DC-4DEC-A2BF-00DA8ADA56C2}" srcOrd="10" destOrd="0" presId="urn:microsoft.com/office/officeart/2005/8/layout/vList2"/>
    <dgm:cxn modelId="{79E6EDBD-AFD6-4C27-A710-4D6BB6E0C3E8}" type="presParOf" srcId="{A1E3EC96-424D-4E77-9ED3-59EF68A9E8A7}" destId="{1E044471-D024-4DA6-A6D5-5D3C8944163C}" srcOrd="11" destOrd="0" presId="urn:microsoft.com/office/officeart/2005/8/layout/vList2"/>
    <dgm:cxn modelId="{13A2A981-C44A-45FF-B6D2-F9E28DDA5562}" type="presParOf" srcId="{A1E3EC96-424D-4E77-9ED3-59EF68A9E8A7}" destId="{2F4AFC15-2090-40CB-95B6-13DCDD7ADC55}" srcOrd="12" destOrd="0" presId="urn:microsoft.com/office/officeart/2005/8/layout/vList2"/>
    <dgm:cxn modelId="{7F248D45-EA19-4CBC-A9AF-7208EECC3CE4}" type="presParOf" srcId="{A1E3EC96-424D-4E77-9ED3-59EF68A9E8A7}" destId="{C2C93A79-4D97-4943-971D-D02EFA02B44B}" srcOrd="13" destOrd="0" presId="urn:microsoft.com/office/officeart/2005/8/layout/vList2"/>
    <dgm:cxn modelId="{56056BE2-D1C7-41C2-8EFE-8F21A03978EE}" type="presParOf" srcId="{A1E3EC96-424D-4E77-9ED3-59EF68A9E8A7}" destId="{CFF3ED96-DC95-4211-94C5-F3C4CB96C9B7}" srcOrd="14" destOrd="0" presId="urn:microsoft.com/office/officeart/2005/8/layout/vList2"/>
    <dgm:cxn modelId="{0412C9CD-9515-4149-B574-62F4A660315C}" type="presParOf" srcId="{A1E3EC96-424D-4E77-9ED3-59EF68A9E8A7}" destId="{A175BDB9-B85B-432A-85E2-AF8300985032}" srcOrd="15" destOrd="0" presId="urn:microsoft.com/office/officeart/2005/8/layout/vList2"/>
    <dgm:cxn modelId="{49047EFC-A354-49D4-A27A-6B7F8E480094}" type="presParOf" srcId="{A1E3EC96-424D-4E77-9ED3-59EF68A9E8A7}" destId="{2D8A0EFF-5444-435F-914D-D5C6DEBDE632}" srcOrd="16" destOrd="0" presId="urn:microsoft.com/office/officeart/2005/8/layout/vList2"/>
    <dgm:cxn modelId="{AAF2DA56-FE6F-49FA-A0E2-2D7557B34FFB}" type="presParOf" srcId="{A1E3EC96-424D-4E77-9ED3-59EF68A9E8A7}" destId="{93D92699-3FC3-4778-8D7B-597635E3FD83}" srcOrd="17" destOrd="0" presId="urn:microsoft.com/office/officeart/2005/8/layout/vList2"/>
    <dgm:cxn modelId="{64446EFA-E12F-4DC7-A78C-D9C0732A20ED}" type="presParOf" srcId="{A1E3EC96-424D-4E77-9ED3-59EF68A9E8A7}" destId="{0CFA91A7-4E5F-4D36-8756-F58CD8365C6A}" srcOrd="18" destOrd="0" presId="urn:microsoft.com/office/officeart/2005/8/layout/vList2"/>
    <dgm:cxn modelId="{F759B690-0DC7-472E-B13B-9404D19D2FBA}" type="presParOf" srcId="{A1E3EC96-424D-4E77-9ED3-59EF68A9E8A7}" destId="{29B6DCD3-7003-454C-A98C-220C044F85B6}" srcOrd="19" destOrd="0" presId="urn:microsoft.com/office/officeart/2005/8/layout/vList2"/>
    <dgm:cxn modelId="{2C0D4811-DFBE-452A-BBD2-4675FC8520AF}" type="presParOf" srcId="{A1E3EC96-424D-4E77-9ED3-59EF68A9E8A7}" destId="{82272380-26CD-48A5-A880-EBC7439808DB}" srcOrd="20" destOrd="0" presId="urn:microsoft.com/office/officeart/2005/8/layout/vList2"/>
    <dgm:cxn modelId="{57DD6B2E-3918-4569-8747-ECC26683D676}" type="presParOf" srcId="{A1E3EC96-424D-4E77-9ED3-59EF68A9E8A7}" destId="{C66462B0-A699-448D-A375-00E2AB796777}" srcOrd="21" destOrd="0" presId="urn:microsoft.com/office/officeart/2005/8/layout/vList2"/>
    <dgm:cxn modelId="{5F5A560C-BB3F-4166-8324-272E0B0B4C51}" type="presParOf" srcId="{A1E3EC96-424D-4E77-9ED3-59EF68A9E8A7}" destId="{859A4207-CB57-4B5A-AF4A-696A0139ED81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644379-9F71-4846-B7A3-7C364261453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99246E1-6CC0-4125-92B7-901CE3EAC46B}">
      <dgm:prSet/>
      <dgm:spPr/>
      <dgm:t>
        <a:bodyPr/>
        <a:lstStyle/>
        <a:p>
          <a:r>
            <a:rPr lang="es-ES" b="1" i="0"/>
            <a:t>10. Inicialización del método</a:t>
          </a:r>
          <a:endParaRPr lang="en-US"/>
        </a:p>
      </dgm:t>
    </dgm:pt>
    <dgm:pt modelId="{444BC444-F505-4FC3-95B5-905919532631}" type="parTrans" cxnId="{8B8401EC-63FD-42A4-AF74-8180487F0694}">
      <dgm:prSet/>
      <dgm:spPr/>
      <dgm:t>
        <a:bodyPr/>
        <a:lstStyle/>
        <a:p>
          <a:endParaRPr lang="en-US"/>
        </a:p>
      </dgm:t>
    </dgm:pt>
    <dgm:pt modelId="{F567CB93-68A8-448E-AE67-A359BA79C403}" type="sibTrans" cxnId="{8B8401EC-63FD-42A4-AF74-8180487F0694}">
      <dgm:prSet/>
      <dgm:spPr/>
      <dgm:t>
        <a:bodyPr/>
        <a:lstStyle/>
        <a:p>
          <a:endParaRPr lang="en-US"/>
        </a:p>
      </dgm:t>
    </dgm:pt>
    <dgm:pt modelId="{DF52ED62-8BE0-4D08-B50C-5401787E5E97}">
      <dgm:prSet/>
      <dgm:spPr/>
      <dgm:t>
        <a:bodyPr/>
        <a:lstStyle/>
        <a:p>
          <a:r>
            <a:rPr lang="es-ES" b="0" i="0"/>
            <a:t>ts = [t0]</a:t>
          </a:r>
          <a:endParaRPr lang="en-US"/>
        </a:p>
      </dgm:t>
    </dgm:pt>
    <dgm:pt modelId="{034F9A0C-4911-4C92-A348-4BB826CE9459}" type="parTrans" cxnId="{38C904DB-BE8A-426B-B59A-4D6ABB6103CD}">
      <dgm:prSet/>
      <dgm:spPr/>
      <dgm:t>
        <a:bodyPr/>
        <a:lstStyle/>
        <a:p>
          <a:endParaRPr lang="en-US"/>
        </a:p>
      </dgm:t>
    </dgm:pt>
    <dgm:pt modelId="{992348C6-86C2-4EA8-9C91-6A9AAB027DF0}" type="sibTrans" cxnId="{38C904DB-BE8A-426B-B59A-4D6ABB6103CD}">
      <dgm:prSet/>
      <dgm:spPr/>
      <dgm:t>
        <a:bodyPr/>
        <a:lstStyle/>
        <a:p>
          <a:endParaRPr lang="en-US"/>
        </a:p>
      </dgm:t>
    </dgm:pt>
    <dgm:pt modelId="{448B9355-2B71-4471-B5F0-AF30D2619C76}">
      <dgm:prSet/>
      <dgm:spPr/>
      <dgm:t>
        <a:bodyPr/>
        <a:lstStyle/>
        <a:p>
          <a:r>
            <a:rPr lang="es-ES" b="0" i="0"/>
            <a:t>xs = [x0]</a:t>
          </a:r>
          <a:endParaRPr lang="en-US"/>
        </a:p>
      </dgm:t>
    </dgm:pt>
    <dgm:pt modelId="{8A5D928B-B684-45A5-9079-AD74327B2588}" type="parTrans" cxnId="{07611949-76FD-4BBB-A43F-A493D2A1E1B1}">
      <dgm:prSet/>
      <dgm:spPr/>
      <dgm:t>
        <a:bodyPr/>
        <a:lstStyle/>
        <a:p>
          <a:endParaRPr lang="en-US"/>
        </a:p>
      </dgm:t>
    </dgm:pt>
    <dgm:pt modelId="{1E5C4A2E-1D07-4DE3-81E6-34B82FCD39DF}" type="sibTrans" cxnId="{07611949-76FD-4BBB-A43F-A493D2A1E1B1}">
      <dgm:prSet/>
      <dgm:spPr/>
      <dgm:t>
        <a:bodyPr/>
        <a:lstStyle/>
        <a:p>
          <a:endParaRPr lang="en-US"/>
        </a:p>
      </dgm:t>
    </dgm:pt>
    <dgm:pt modelId="{56A38E1F-FCBD-40D2-ADF6-F2BCC90F2845}">
      <dgm:prSet/>
      <dgm:spPr/>
      <dgm:t>
        <a:bodyPr/>
        <a:lstStyle/>
        <a:p>
          <a:r>
            <a:rPr lang="es-ES" b="0" i="0"/>
            <a:t>t = t0</a:t>
          </a:r>
          <a:endParaRPr lang="en-US"/>
        </a:p>
      </dgm:t>
    </dgm:pt>
    <dgm:pt modelId="{4F19C1D0-6E77-482C-9A8F-107218764EE1}" type="parTrans" cxnId="{EE5B6DCD-6444-4E5D-9DD0-7783CACA1AFC}">
      <dgm:prSet/>
      <dgm:spPr/>
      <dgm:t>
        <a:bodyPr/>
        <a:lstStyle/>
        <a:p>
          <a:endParaRPr lang="en-US"/>
        </a:p>
      </dgm:t>
    </dgm:pt>
    <dgm:pt modelId="{0EEB2BC2-59FA-4B58-A92D-44B21C8562E1}" type="sibTrans" cxnId="{EE5B6DCD-6444-4E5D-9DD0-7783CACA1AFC}">
      <dgm:prSet/>
      <dgm:spPr/>
      <dgm:t>
        <a:bodyPr/>
        <a:lstStyle/>
        <a:p>
          <a:endParaRPr lang="en-US"/>
        </a:p>
      </dgm:t>
    </dgm:pt>
    <dgm:pt modelId="{09FBA169-FB63-4358-8264-47362BDC0BB4}">
      <dgm:prSet/>
      <dgm:spPr/>
      <dgm:t>
        <a:bodyPr/>
        <a:lstStyle/>
        <a:p>
          <a:r>
            <a:rPr lang="es-ES" b="0" i="0"/>
            <a:t>x = x0</a:t>
          </a:r>
          <a:endParaRPr lang="en-US"/>
        </a:p>
      </dgm:t>
    </dgm:pt>
    <dgm:pt modelId="{0C6F2DF3-76CD-4C52-B591-A26AD08BB4B8}" type="parTrans" cxnId="{1BEA7FF0-7E96-4343-928E-5860A32C10F0}">
      <dgm:prSet/>
      <dgm:spPr/>
      <dgm:t>
        <a:bodyPr/>
        <a:lstStyle/>
        <a:p>
          <a:endParaRPr lang="en-US"/>
        </a:p>
      </dgm:t>
    </dgm:pt>
    <dgm:pt modelId="{146984A0-040C-4666-A74E-F4C2F49B7CBD}" type="sibTrans" cxnId="{1BEA7FF0-7E96-4343-928E-5860A32C10F0}">
      <dgm:prSet/>
      <dgm:spPr/>
      <dgm:t>
        <a:bodyPr/>
        <a:lstStyle/>
        <a:p>
          <a:endParaRPr lang="en-US"/>
        </a:p>
      </dgm:t>
    </dgm:pt>
    <dgm:pt modelId="{C044BDC3-28EE-4FEE-927F-9DECD213858C}">
      <dgm:prSet/>
      <dgm:spPr/>
      <dgm:t>
        <a:bodyPr/>
        <a:lstStyle/>
        <a:p>
          <a:r>
            <a:rPr lang="es-ES" b="0" i="0"/>
            <a:t>n = 0</a:t>
          </a:r>
          <a:endParaRPr lang="en-US"/>
        </a:p>
      </dgm:t>
    </dgm:pt>
    <dgm:pt modelId="{6860BF78-A518-4F5B-AE08-353DA0BF40AD}" type="parTrans" cxnId="{B901B650-8236-4125-90BA-F35722696158}">
      <dgm:prSet/>
      <dgm:spPr/>
      <dgm:t>
        <a:bodyPr/>
        <a:lstStyle/>
        <a:p>
          <a:endParaRPr lang="en-US"/>
        </a:p>
      </dgm:t>
    </dgm:pt>
    <dgm:pt modelId="{81F06DB8-197B-4EDD-A4D1-0FC42A19CC82}" type="sibTrans" cxnId="{B901B650-8236-4125-90BA-F35722696158}">
      <dgm:prSet/>
      <dgm:spPr/>
      <dgm:t>
        <a:bodyPr/>
        <a:lstStyle/>
        <a:p>
          <a:endParaRPr lang="en-US"/>
        </a:p>
      </dgm:t>
    </dgm:pt>
    <dgm:pt modelId="{8E340FCE-63FB-4C94-9FC8-14861FA5AD60}" type="pres">
      <dgm:prSet presAssocID="{38644379-9F71-4846-B7A3-7C364261453A}" presName="linear" presStyleCnt="0">
        <dgm:presLayoutVars>
          <dgm:animLvl val="lvl"/>
          <dgm:resizeHandles val="exact"/>
        </dgm:presLayoutVars>
      </dgm:prSet>
      <dgm:spPr/>
    </dgm:pt>
    <dgm:pt modelId="{6DDB8449-79D8-4A44-8A36-885FEA443F03}" type="pres">
      <dgm:prSet presAssocID="{699246E1-6CC0-4125-92B7-901CE3EAC46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8A1EEEA-FDBF-402D-8BF5-000AF57E1570}" type="pres">
      <dgm:prSet presAssocID="{F567CB93-68A8-448E-AE67-A359BA79C403}" presName="spacer" presStyleCnt="0"/>
      <dgm:spPr/>
    </dgm:pt>
    <dgm:pt modelId="{EEE87F2F-7072-4254-84D2-FF103B5FBD1C}" type="pres">
      <dgm:prSet presAssocID="{DF52ED62-8BE0-4D08-B50C-5401787E5E9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A1DEFF4-355D-49C9-866A-B4DB98F26D00}" type="pres">
      <dgm:prSet presAssocID="{992348C6-86C2-4EA8-9C91-6A9AAB027DF0}" presName="spacer" presStyleCnt="0"/>
      <dgm:spPr/>
    </dgm:pt>
    <dgm:pt modelId="{6E4D5163-0F8A-48C4-ABE2-8E21F80FF74C}" type="pres">
      <dgm:prSet presAssocID="{448B9355-2B71-4471-B5F0-AF30D2619C76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DDB5488-60B5-407D-A4BF-E767676C401F}" type="pres">
      <dgm:prSet presAssocID="{1E5C4A2E-1D07-4DE3-81E6-34B82FCD39DF}" presName="spacer" presStyleCnt="0"/>
      <dgm:spPr/>
    </dgm:pt>
    <dgm:pt modelId="{76CC9A19-E667-4F3E-9270-48992A74749A}" type="pres">
      <dgm:prSet presAssocID="{56A38E1F-FCBD-40D2-ADF6-F2BCC90F284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D3C7C2D-CCC7-4CE2-B752-67E6143A452A}" type="pres">
      <dgm:prSet presAssocID="{0EEB2BC2-59FA-4B58-A92D-44B21C8562E1}" presName="spacer" presStyleCnt="0"/>
      <dgm:spPr/>
    </dgm:pt>
    <dgm:pt modelId="{95712495-2C7D-41E9-AE53-EA30C5353658}" type="pres">
      <dgm:prSet presAssocID="{09FBA169-FB63-4358-8264-47362BDC0BB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7AC18F8-B3EC-4D93-A6D7-9B4593DD9A2B}" type="pres">
      <dgm:prSet presAssocID="{146984A0-040C-4666-A74E-F4C2F49B7CBD}" presName="spacer" presStyleCnt="0"/>
      <dgm:spPr/>
    </dgm:pt>
    <dgm:pt modelId="{D86C40D8-0652-41D0-97A4-10DABD8EA330}" type="pres">
      <dgm:prSet presAssocID="{C044BDC3-28EE-4FEE-927F-9DECD213858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8339E50A-9CEC-40A6-B6CB-670EEFAB5AA4}" type="presOf" srcId="{C044BDC3-28EE-4FEE-927F-9DECD213858C}" destId="{D86C40D8-0652-41D0-97A4-10DABD8EA330}" srcOrd="0" destOrd="0" presId="urn:microsoft.com/office/officeart/2005/8/layout/vList2"/>
    <dgm:cxn modelId="{07611949-76FD-4BBB-A43F-A493D2A1E1B1}" srcId="{38644379-9F71-4846-B7A3-7C364261453A}" destId="{448B9355-2B71-4471-B5F0-AF30D2619C76}" srcOrd="2" destOrd="0" parTransId="{8A5D928B-B684-45A5-9079-AD74327B2588}" sibTransId="{1E5C4A2E-1D07-4DE3-81E6-34B82FCD39DF}"/>
    <dgm:cxn modelId="{E3CAEF6D-A32C-4888-9EC9-5B6F11F82DC3}" type="presOf" srcId="{699246E1-6CC0-4125-92B7-901CE3EAC46B}" destId="{6DDB8449-79D8-4A44-8A36-885FEA443F03}" srcOrd="0" destOrd="0" presId="urn:microsoft.com/office/officeart/2005/8/layout/vList2"/>
    <dgm:cxn modelId="{B901B650-8236-4125-90BA-F35722696158}" srcId="{38644379-9F71-4846-B7A3-7C364261453A}" destId="{C044BDC3-28EE-4FEE-927F-9DECD213858C}" srcOrd="5" destOrd="0" parTransId="{6860BF78-A518-4F5B-AE08-353DA0BF40AD}" sibTransId="{81F06DB8-197B-4EDD-A4D1-0FC42A19CC82}"/>
    <dgm:cxn modelId="{EB9EE478-E195-49A9-94A3-BB875C8BD1E8}" type="presOf" srcId="{DF52ED62-8BE0-4D08-B50C-5401787E5E97}" destId="{EEE87F2F-7072-4254-84D2-FF103B5FBD1C}" srcOrd="0" destOrd="0" presId="urn:microsoft.com/office/officeart/2005/8/layout/vList2"/>
    <dgm:cxn modelId="{53FD2B7E-185E-4CEC-8038-E203AD848C61}" type="presOf" srcId="{38644379-9F71-4846-B7A3-7C364261453A}" destId="{8E340FCE-63FB-4C94-9FC8-14861FA5AD60}" srcOrd="0" destOrd="0" presId="urn:microsoft.com/office/officeart/2005/8/layout/vList2"/>
    <dgm:cxn modelId="{E22FBE8F-6DD6-4FB1-8C5B-72F98D23131F}" type="presOf" srcId="{448B9355-2B71-4471-B5F0-AF30D2619C76}" destId="{6E4D5163-0F8A-48C4-ABE2-8E21F80FF74C}" srcOrd="0" destOrd="0" presId="urn:microsoft.com/office/officeart/2005/8/layout/vList2"/>
    <dgm:cxn modelId="{AC3CD0C4-6BA2-4106-9C9E-BEAEAB90A39A}" type="presOf" srcId="{09FBA169-FB63-4358-8264-47362BDC0BB4}" destId="{95712495-2C7D-41E9-AE53-EA30C5353658}" srcOrd="0" destOrd="0" presId="urn:microsoft.com/office/officeart/2005/8/layout/vList2"/>
    <dgm:cxn modelId="{EE5B6DCD-6444-4E5D-9DD0-7783CACA1AFC}" srcId="{38644379-9F71-4846-B7A3-7C364261453A}" destId="{56A38E1F-FCBD-40D2-ADF6-F2BCC90F2845}" srcOrd="3" destOrd="0" parTransId="{4F19C1D0-6E77-482C-9A8F-107218764EE1}" sibTransId="{0EEB2BC2-59FA-4B58-A92D-44B21C8562E1}"/>
    <dgm:cxn modelId="{38C904DB-BE8A-426B-B59A-4D6ABB6103CD}" srcId="{38644379-9F71-4846-B7A3-7C364261453A}" destId="{DF52ED62-8BE0-4D08-B50C-5401787E5E97}" srcOrd="1" destOrd="0" parTransId="{034F9A0C-4911-4C92-A348-4BB826CE9459}" sibTransId="{992348C6-86C2-4EA8-9C91-6A9AAB027DF0}"/>
    <dgm:cxn modelId="{8B8401EC-63FD-42A4-AF74-8180487F0694}" srcId="{38644379-9F71-4846-B7A3-7C364261453A}" destId="{699246E1-6CC0-4125-92B7-901CE3EAC46B}" srcOrd="0" destOrd="0" parTransId="{444BC444-F505-4FC3-95B5-905919532631}" sibTransId="{F567CB93-68A8-448E-AE67-A359BA79C403}"/>
    <dgm:cxn modelId="{1BEA7FF0-7E96-4343-928E-5860A32C10F0}" srcId="{38644379-9F71-4846-B7A3-7C364261453A}" destId="{09FBA169-FB63-4358-8264-47362BDC0BB4}" srcOrd="4" destOrd="0" parTransId="{0C6F2DF3-76CD-4C52-B591-A26AD08BB4B8}" sibTransId="{146984A0-040C-4666-A74E-F4C2F49B7CBD}"/>
    <dgm:cxn modelId="{06BCDBF3-DDFA-4EFC-9ADC-2E3297A40DF2}" type="presOf" srcId="{56A38E1F-FCBD-40D2-ADF6-F2BCC90F2845}" destId="{76CC9A19-E667-4F3E-9270-48992A74749A}" srcOrd="0" destOrd="0" presId="urn:microsoft.com/office/officeart/2005/8/layout/vList2"/>
    <dgm:cxn modelId="{781C7A6D-9910-4D59-B0AD-66806D14C4D4}" type="presParOf" srcId="{8E340FCE-63FB-4C94-9FC8-14861FA5AD60}" destId="{6DDB8449-79D8-4A44-8A36-885FEA443F03}" srcOrd="0" destOrd="0" presId="urn:microsoft.com/office/officeart/2005/8/layout/vList2"/>
    <dgm:cxn modelId="{646467E4-DB0A-47E7-B66E-3F1B8BA1B44B}" type="presParOf" srcId="{8E340FCE-63FB-4C94-9FC8-14861FA5AD60}" destId="{88A1EEEA-FDBF-402D-8BF5-000AF57E1570}" srcOrd="1" destOrd="0" presId="urn:microsoft.com/office/officeart/2005/8/layout/vList2"/>
    <dgm:cxn modelId="{DF157785-5C3C-41CE-8AE3-6F0D61FB89A7}" type="presParOf" srcId="{8E340FCE-63FB-4C94-9FC8-14861FA5AD60}" destId="{EEE87F2F-7072-4254-84D2-FF103B5FBD1C}" srcOrd="2" destOrd="0" presId="urn:microsoft.com/office/officeart/2005/8/layout/vList2"/>
    <dgm:cxn modelId="{C5ACE65B-77F3-408E-850D-30BE5F4D6843}" type="presParOf" srcId="{8E340FCE-63FB-4C94-9FC8-14861FA5AD60}" destId="{0A1DEFF4-355D-49C9-866A-B4DB98F26D00}" srcOrd="3" destOrd="0" presId="urn:microsoft.com/office/officeart/2005/8/layout/vList2"/>
    <dgm:cxn modelId="{BF1BF79D-22B0-430F-980C-8708309EDA99}" type="presParOf" srcId="{8E340FCE-63FB-4C94-9FC8-14861FA5AD60}" destId="{6E4D5163-0F8A-48C4-ABE2-8E21F80FF74C}" srcOrd="4" destOrd="0" presId="urn:microsoft.com/office/officeart/2005/8/layout/vList2"/>
    <dgm:cxn modelId="{492DEE82-FBCC-4E67-BE0C-BCBEF9AF3B86}" type="presParOf" srcId="{8E340FCE-63FB-4C94-9FC8-14861FA5AD60}" destId="{ADDB5488-60B5-407D-A4BF-E767676C401F}" srcOrd="5" destOrd="0" presId="urn:microsoft.com/office/officeart/2005/8/layout/vList2"/>
    <dgm:cxn modelId="{50546116-B47F-4A1A-9BD3-2C8525F3A72C}" type="presParOf" srcId="{8E340FCE-63FB-4C94-9FC8-14861FA5AD60}" destId="{76CC9A19-E667-4F3E-9270-48992A74749A}" srcOrd="6" destOrd="0" presId="urn:microsoft.com/office/officeart/2005/8/layout/vList2"/>
    <dgm:cxn modelId="{1DC30C52-E3BB-4686-A11D-A6746ADB06C9}" type="presParOf" srcId="{8E340FCE-63FB-4C94-9FC8-14861FA5AD60}" destId="{FD3C7C2D-CCC7-4CE2-B752-67E6143A452A}" srcOrd="7" destOrd="0" presId="urn:microsoft.com/office/officeart/2005/8/layout/vList2"/>
    <dgm:cxn modelId="{3FB3B045-2651-42DF-A563-2491EEE07D6A}" type="presParOf" srcId="{8E340FCE-63FB-4C94-9FC8-14861FA5AD60}" destId="{95712495-2C7D-41E9-AE53-EA30C5353658}" srcOrd="8" destOrd="0" presId="urn:microsoft.com/office/officeart/2005/8/layout/vList2"/>
    <dgm:cxn modelId="{9FF79CBC-AC17-44B0-9075-825E59B5D114}" type="presParOf" srcId="{8E340FCE-63FB-4C94-9FC8-14861FA5AD60}" destId="{D7AC18F8-B3EC-4D93-A6D7-9B4593DD9A2B}" srcOrd="9" destOrd="0" presId="urn:microsoft.com/office/officeart/2005/8/layout/vList2"/>
    <dgm:cxn modelId="{F5F86267-60A3-415B-9EEB-846FE7AAB58D}" type="presParOf" srcId="{8E340FCE-63FB-4C94-9FC8-14861FA5AD60}" destId="{D86C40D8-0652-41D0-97A4-10DABD8EA33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9B7143-308A-4B2E-9BAA-0BB1429902D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328CE2-DB51-4AE8-827A-8449A091F485}">
      <dgm:prSet/>
      <dgm:spPr/>
      <dgm:t>
        <a:bodyPr/>
        <a:lstStyle/>
        <a:p>
          <a:r>
            <a:rPr lang="en-US" b="1"/>
            <a:t>Bucle del método de Euler Mejorado</a:t>
          </a:r>
          <a:endParaRPr lang="en-US"/>
        </a:p>
      </dgm:t>
    </dgm:pt>
    <dgm:pt modelId="{DAB322A7-A240-43DE-A65A-86AEE99772D3}" type="parTrans" cxnId="{93EAC090-96D7-4615-BEDC-42A0ED927F03}">
      <dgm:prSet/>
      <dgm:spPr/>
      <dgm:t>
        <a:bodyPr/>
        <a:lstStyle/>
        <a:p>
          <a:endParaRPr lang="en-US"/>
        </a:p>
      </dgm:t>
    </dgm:pt>
    <dgm:pt modelId="{B40C294E-1DFD-4377-9174-0975E763B5CB}" type="sibTrans" cxnId="{93EAC090-96D7-4615-BEDC-42A0ED927F03}">
      <dgm:prSet/>
      <dgm:spPr/>
      <dgm:t>
        <a:bodyPr/>
        <a:lstStyle/>
        <a:p>
          <a:endParaRPr lang="en-US"/>
        </a:p>
      </dgm:t>
    </dgm:pt>
    <dgm:pt modelId="{10801BCC-0C77-4DB6-BE5D-7750792A0DC7}">
      <dgm:prSet/>
      <dgm:spPr/>
      <dgm:t>
        <a:bodyPr/>
        <a:lstStyle/>
        <a:p>
          <a:r>
            <a:rPr lang="en-US"/>
            <a:t>while t &lt; tf - 1e-9:</a:t>
          </a:r>
        </a:p>
      </dgm:t>
    </dgm:pt>
    <dgm:pt modelId="{6A1EB65F-60F6-4B1F-A06A-755AA23F53A0}" type="parTrans" cxnId="{B26733B3-3E9B-4EEB-8E06-E1327BD8FD23}">
      <dgm:prSet/>
      <dgm:spPr/>
      <dgm:t>
        <a:bodyPr/>
        <a:lstStyle/>
        <a:p>
          <a:endParaRPr lang="en-US"/>
        </a:p>
      </dgm:t>
    </dgm:pt>
    <dgm:pt modelId="{A8FC4906-4AFF-4901-BD49-D8C09901966C}" type="sibTrans" cxnId="{B26733B3-3E9B-4EEB-8E06-E1327BD8FD23}">
      <dgm:prSet/>
      <dgm:spPr/>
      <dgm:t>
        <a:bodyPr/>
        <a:lstStyle/>
        <a:p>
          <a:endParaRPr lang="en-US"/>
        </a:p>
      </dgm:t>
    </dgm:pt>
    <dgm:pt modelId="{69145688-917B-4254-9C85-363BF55A3DEA}">
      <dgm:prSet/>
      <dgm:spPr/>
      <dgm:t>
        <a:bodyPr/>
        <a:lstStyle/>
        <a:p>
          <a:r>
            <a:rPr lang="en-US" b="1"/>
            <a:t>Paso 1: Pendiente inicial</a:t>
          </a:r>
          <a:endParaRPr lang="en-US"/>
        </a:p>
      </dgm:t>
    </dgm:pt>
    <dgm:pt modelId="{B01E4ABA-E61F-48DD-9C59-68EA13A94403}" type="parTrans" cxnId="{5211A396-2270-4D12-8A31-1E6A10CED5BB}">
      <dgm:prSet/>
      <dgm:spPr/>
      <dgm:t>
        <a:bodyPr/>
        <a:lstStyle/>
        <a:p>
          <a:endParaRPr lang="en-US"/>
        </a:p>
      </dgm:t>
    </dgm:pt>
    <dgm:pt modelId="{B72AD6EE-A09A-4AE8-B08C-695A6FBEFC4A}" type="sibTrans" cxnId="{5211A396-2270-4D12-8A31-1E6A10CED5BB}">
      <dgm:prSet/>
      <dgm:spPr/>
      <dgm:t>
        <a:bodyPr/>
        <a:lstStyle/>
        <a:p>
          <a:endParaRPr lang="en-US"/>
        </a:p>
      </dgm:t>
    </dgm:pt>
    <dgm:pt modelId="{1EB31FBC-30BA-45D0-B8F0-AF9B5E2632BF}">
      <dgm:prSet/>
      <dgm:spPr/>
      <dgm:t>
        <a:bodyPr/>
        <a:lstStyle/>
        <a:p>
          <a:r>
            <a:rPr lang="en-US"/>
            <a:t>k1 = self.evaluar_funcion(f_str, t, x)</a:t>
          </a:r>
        </a:p>
      </dgm:t>
    </dgm:pt>
    <dgm:pt modelId="{AF02C88C-D3B4-4A15-A4FC-0E94D5DEAC57}" type="parTrans" cxnId="{A67C6C3F-DCF2-4778-8745-9B2426C41D27}">
      <dgm:prSet/>
      <dgm:spPr/>
      <dgm:t>
        <a:bodyPr/>
        <a:lstStyle/>
        <a:p>
          <a:endParaRPr lang="en-US"/>
        </a:p>
      </dgm:t>
    </dgm:pt>
    <dgm:pt modelId="{D4899DCA-E387-4D20-8134-68CACFECECC3}" type="sibTrans" cxnId="{A67C6C3F-DCF2-4778-8745-9B2426C41D27}">
      <dgm:prSet/>
      <dgm:spPr/>
      <dgm:t>
        <a:bodyPr/>
        <a:lstStyle/>
        <a:p>
          <a:endParaRPr lang="en-US"/>
        </a:p>
      </dgm:t>
    </dgm:pt>
    <dgm:pt modelId="{67823D8E-E670-4A96-9358-D5565E67026A}">
      <dgm:prSet/>
      <dgm:spPr/>
      <dgm:t>
        <a:bodyPr/>
        <a:lstStyle/>
        <a:p>
          <a:r>
            <a:rPr lang="en-US" b="1"/>
            <a:t>Paso 2: Predicción (Euler simple)</a:t>
          </a:r>
          <a:endParaRPr lang="en-US"/>
        </a:p>
      </dgm:t>
    </dgm:pt>
    <dgm:pt modelId="{332523C6-5C23-41BC-9632-F1A22C6ECC38}" type="parTrans" cxnId="{3997618E-D803-4D4C-BAAA-5A95A2E4F893}">
      <dgm:prSet/>
      <dgm:spPr/>
      <dgm:t>
        <a:bodyPr/>
        <a:lstStyle/>
        <a:p>
          <a:endParaRPr lang="en-US"/>
        </a:p>
      </dgm:t>
    </dgm:pt>
    <dgm:pt modelId="{DE5CAA67-D7A9-4845-B972-52BF1ED29509}" type="sibTrans" cxnId="{3997618E-D803-4D4C-BAAA-5A95A2E4F893}">
      <dgm:prSet/>
      <dgm:spPr/>
      <dgm:t>
        <a:bodyPr/>
        <a:lstStyle/>
        <a:p>
          <a:endParaRPr lang="en-US"/>
        </a:p>
      </dgm:t>
    </dgm:pt>
    <dgm:pt modelId="{0E3504E5-4B53-4D7F-833C-169AC2B532CB}">
      <dgm:prSet/>
      <dgm:spPr/>
      <dgm:t>
        <a:bodyPr/>
        <a:lstStyle/>
        <a:p>
          <a:r>
            <a:rPr lang="en-US"/>
            <a:t>x_star = x + h * k1</a:t>
          </a:r>
        </a:p>
      </dgm:t>
    </dgm:pt>
    <dgm:pt modelId="{DB593E97-426C-4372-A0FE-15A62AFD2994}" type="parTrans" cxnId="{56D13D07-D515-4CBC-B862-9B0037ADA768}">
      <dgm:prSet/>
      <dgm:spPr/>
      <dgm:t>
        <a:bodyPr/>
        <a:lstStyle/>
        <a:p>
          <a:endParaRPr lang="en-US"/>
        </a:p>
      </dgm:t>
    </dgm:pt>
    <dgm:pt modelId="{C77C6F2E-7A27-4048-A49F-808E71BC1CBB}" type="sibTrans" cxnId="{56D13D07-D515-4CBC-B862-9B0037ADA768}">
      <dgm:prSet/>
      <dgm:spPr/>
      <dgm:t>
        <a:bodyPr/>
        <a:lstStyle/>
        <a:p>
          <a:endParaRPr lang="en-US"/>
        </a:p>
      </dgm:t>
    </dgm:pt>
    <dgm:pt modelId="{E9FD249D-83C8-42F6-AD94-F04E51FA3F0B}">
      <dgm:prSet/>
      <dgm:spPr/>
      <dgm:t>
        <a:bodyPr/>
        <a:lstStyle/>
        <a:p>
          <a:r>
            <a:rPr lang="en-US" b="1"/>
            <a:t>Paso 3: Tiempo siguiente</a:t>
          </a:r>
          <a:endParaRPr lang="en-US"/>
        </a:p>
      </dgm:t>
    </dgm:pt>
    <dgm:pt modelId="{EDED0922-5CDA-48B3-A0E9-4FDE026AC56B}" type="parTrans" cxnId="{15E9BCD4-9EA5-4867-BF6F-54E7A9C225DA}">
      <dgm:prSet/>
      <dgm:spPr/>
      <dgm:t>
        <a:bodyPr/>
        <a:lstStyle/>
        <a:p>
          <a:endParaRPr lang="en-US"/>
        </a:p>
      </dgm:t>
    </dgm:pt>
    <dgm:pt modelId="{12D9DD87-FAB0-477F-8030-EC69EE55842F}" type="sibTrans" cxnId="{15E9BCD4-9EA5-4867-BF6F-54E7A9C225DA}">
      <dgm:prSet/>
      <dgm:spPr/>
      <dgm:t>
        <a:bodyPr/>
        <a:lstStyle/>
        <a:p>
          <a:endParaRPr lang="en-US"/>
        </a:p>
      </dgm:t>
    </dgm:pt>
    <dgm:pt modelId="{F6C4B952-4A0E-4687-8B2B-64A378FE204C}">
      <dgm:prSet/>
      <dgm:spPr/>
      <dgm:t>
        <a:bodyPr/>
        <a:lstStyle/>
        <a:p>
          <a:r>
            <a:rPr lang="en-US"/>
            <a:t>t_next = t + h</a:t>
          </a:r>
        </a:p>
      </dgm:t>
    </dgm:pt>
    <dgm:pt modelId="{CF396DFF-C8D2-4BAD-ADAA-2E45A394EBBA}" type="parTrans" cxnId="{E3736419-974F-4305-AE70-969E7615C43D}">
      <dgm:prSet/>
      <dgm:spPr/>
      <dgm:t>
        <a:bodyPr/>
        <a:lstStyle/>
        <a:p>
          <a:endParaRPr lang="en-US"/>
        </a:p>
      </dgm:t>
    </dgm:pt>
    <dgm:pt modelId="{25F73FD9-8CF4-4935-9D0C-AB83404D5E69}" type="sibTrans" cxnId="{E3736419-974F-4305-AE70-969E7615C43D}">
      <dgm:prSet/>
      <dgm:spPr/>
      <dgm:t>
        <a:bodyPr/>
        <a:lstStyle/>
        <a:p>
          <a:endParaRPr lang="en-US"/>
        </a:p>
      </dgm:t>
    </dgm:pt>
    <dgm:pt modelId="{87C7E554-7AE9-4326-A82D-010BDBB1D62F}">
      <dgm:prSet/>
      <dgm:spPr/>
      <dgm:t>
        <a:bodyPr/>
        <a:lstStyle/>
        <a:p>
          <a:r>
            <a:rPr lang="en-US" b="1"/>
            <a:t>Paso 4: Pendiente corregida</a:t>
          </a:r>
          <a:endParaRPr lang="en-US"/>
        </a:p>
      </dgm:t>
    </dgm:pt>
    <dgm:pt modelId="{B667039E-4207-4BCE-BDE5-F72C4F92CEFE}" type="parTrans" cxnId="{4A1513DA-9999-4D23-8765-7DF084822D62}">
      <dgm:prSet/>
      <dgm:spPr/>
      <dgm:t>
        <a:bodyPr/>
        <a:lstStyle/>
        <a:p>
          <a:endParaRPr lang="en-US"/>
        </a:p>
      </dgm:t>
    </dgm:pt>
    <dgm:pt modelId="{D5A8D1EF-C47E-40D9-A73B-F4BE7ABC1615}" type="sibTrans" cxnId="{4A1513DA-9999-4D23-8765-7DF084822D62}">
      <dgm:prSet/>
      <dgm:spPr/>
      <dgm:t>
        <a:bodyPr/>
        <a:lstStyle/>
        <a:p>
          <a:endParaRPr lang="en-US"/>
        </a:p>
      </dgm:t>
    </dgm:pt>
    <dgm:pt modelId="{AA647FD6-A41A-4842-82A6-7FBBB2C06726}">
      <dgm:prSet/>
      <dgm:spPr/>
      <dgm:t>
        <a:bodyPr/>
        <a:lstStyle/>
        <a:p>
          <a:r>
            <a:rPr lang="en-US"/>
            <a:t>k2 = self.evaluar_funcion(f_str, t_next, x_star)</a:t>
          </a:r>
        </a:p>
      </dgm:t>
    </dgm:pt>
    <dgm:pt modelId="{E85228F6-0AD9-40A6-8C16-D2A3BC4821CB}" type="parTrans" cxnId="{BEC6285A-AC09-458D-87D2-8F7DF76CD889}">
      <dgm:prSet/>
      <dgm:spPr/>
      <dgm:t>
        <a:bodyPr/>
        <a:lstStyle/>
        <a:p>
          <a:endParaRPr lang="en-US"/>
        </a:p>
      </dgm:t>
    </dgm:pt>
    <dgm:pt modelId="{A637EE4E-42D8-45FA-8B9D-F7069BBBDA71}" type="sibTrans" cxnId="{BEC6285A-AC09-458D-87D2-8F7DF76CD889}">
      <dgm:prSet/>
      <dgm:spPr/>
      <dgm:t>
        <a:bodyPr/>
        <a:lstStyle/>
        <a:p>
          <a:endParaRPr lang="en-US"/>
        </a:p>
      </dgm:t>
    </dgm:pt>
    <dgm:pt modelId="{64BCBD19-AFDF-495D-93DA-1DBB7654B2E7}">
      <dgm:prSet/>
      <dgm:spPr/>
      <dgm:t>
        <a:bodyPr/>
        <a:lstStyle/>
        <a:p>
          <a:r>
            <a:rPr lang="en-US" b="1"/>
            <a:t>Paso 5: Corrección</a:t>
          </a:r>
          <a:endParaRPr lang="en-US"/>
        </a:p>
      </dgm:t>
    </dgm:pt>
    <dgm:pt modelId="{7BFCDF1B-F585-4A2C-9802-7D26348EC8D8}" type="parTrans" cxnId="{C6872E6E-DE6A-44A1-AC99-29432583E94F}">
      <dgm:prSet/>
      <dgm:spPr/>
      <dgm:t>
        <a:bodyPr/>
        <a:lstStyle/>
        <a:p>
          <a:endParaRPr lang="en-US"/>
        </a:p>
      </dgm:t>
    </dgm:pt>
    <dgm:pt modelId="{B58E6B26-A566-4AF1-8D39-3DB5F072A220}" type="sibTrans" cxnId="{C6872E6E-DE6A-44A1-AC99-29432583E94F}">
      <dgm:prSet/>
      <dgm:spPr/>
      <dgm:t>
        <a:bodyPr/>
        <a:lstStyle/>
        <a:p>
          <a:endParaRPr lang="en-US"/>
        </a:p>
      </dgm:t>
    </dgm:pt>
    <dgm:pt modelId="{9BFB1AC5-7504-4E28-8CF0-85A7086D7F23}">
      <dgm:prSet/>
      <dgm:spPr/>
      <dgm:t>
        <a:bodyPr/>
        <a:lstStyle/>
        <a:p>
          <a:r>
            <a:rPr lang="en-US"/>
            <a:t>pendiente_promedio = (k1 + k2) / 2</a:t>
          </a:r>
        </a:p>
      </dgm:t>
    </dgm:pt>
    <dgm:pt modelId="{CDB2D31F-86EE-4D8A-A286-9846086C2DD5}" type="parTrans" cxnId="{ED96B32E-F2F6-41D5-8250-E6EC8466882A}">
      <dgm:prSet/>
      <dgm:spPr/>
      <dgm:t>
        <a:bodyPr/>
        <a:lstStyle/>
        <a:p>
          <a:endParaRPr lang="en-US"/>
        </a:p>
      </dgm:t>
    </dgm:pt>
    <dgm:pt modelId="{0F90CDBC-F8BB-4CDF-8D7A-CBF9385EF3A9}" type="sibTrans" cxnId="{ED96B32E-F2F6-41D5-8250-E6EC8466882A}">
      <dgm:prSet/>
      <dgm:spPr/>
      <dgm:t>
        <a:bodyPr/>
        <a:lstStyle/>
        <a:p>
          <a:endParaRPr lang="en-US"/>
        </a:p>
      </dgm:t>
    </dgm:pt>
    <dgm:pt modelId="{CA29E2CC-93AB-4215-8D9B-9F74D01F8CB5}">
      <dgm:prSet/>
      <dgm:spPr/>
      <dgm:t>
        <a:bodyPr/>
        <a:lstStyle/>
        <a:p>
          <a:r>
            <a:rPr lang="en-US"/>
            <a:t>x_next = x + h * pendiente_promedio</a:t>
          </a:r>
        </a:p>
      </dgm:t>
    </dgm:pt>
    <dgm:pt modelId="{F23CB5F1-E156-41E2-9B0E-E7B3A7B9C695}" type="parTrans" cxnId="{38348C53-59DC-4926-813D-DD6DDDBD7505}">
      <dgm:prSet/>
      <dgm:spPr/>
      <dgm:t>
        <a:bodyPr/>
        <a:lstStyle/>
        <a:p>
          <a:endParaRPr lang="en-US"/>
        </a:p>
      </dgm:t>
    </dgm:pt>
    <dgm:pt modelId="{68B5C56C-74A2-4663-ABFE-10AFDB8E811E}" type="sibTrans" cxnId="{38348C53-59DC-4926-813D-DD6DDDBD7505}">
      <dgm:prSet/>
      <dgm:spPr/>
      <dgm:t>
        <a:bodyPr/>
        <a:lstStyle/>
        <a:p>
          <a:endParaRPr lang="en-US"/>
        </a:p>
      </dgm:t>
    </dgm:pt>
    <dgm:pt modelId="{0DF52CF0-0563-4847-8809-C4028FC0265A}">
      <dgm:prSet/>
      <dgm:spPr/>
      <dgm:t>
        <a:bodyPr/>
        <a:lstStyle/>
        <a:p>
          <a:r>
            <a:rPr lang="en-US"/>
            <a:t>Este es </a:t>
          </a:r>
          <a:r>
            <a:rPr lang="en-US" b="1"/>
            <a:t>el corazón del método de Heun</a:t>
          </a:r>
          <a:r>
            <a:rPr lang="en-US"/>
            <a:t>.</a:t>
          </a:r>
        </a:p>
      </dgm:t>
    </dgm:pt>
    <dgm:pt modelId="{5FD17DE8-481C-49B3-A657-7D9B5E548FAC}" type="parTrans" cxnId="{55264D5E-8A3F-4954-937A-90D3112383C8}">
      <dgm:prSet/>
      <dgm:spPr/>
      <dgm:t>
        <a:bodyPr/>
        <a:lstStyle/>
        <a:p>
          <a:endParaRPr lang="en-US"/>
        </a:p>
      </dgm:t>
    </dgm:pt>
    <dgm:pt modelId="{8224B05A-E86F-43EC-86C6-62D29D0B9A32}" type="sibTrans" cxnId="{55264D5E-8A3F-4954-937A-90D3112383C8}">
      <dgm:prSet/>
      <dgm:spPr/>
      <dgm:t>
        <a:bodyPr/>
        <a:lstStyle/>
        <a:p>
          <a:endParaRPr lang="en-US"/>
        </a:p>
      </dgm:t>
    </dgm:pt>
    <dgm:pt modelId="{96BB9032-C31E-4388-83EE-E8A1900EC1B3}" type="pres">
      <dgm:prSet presAssocID="{A99B7143-308A-4B2E-9BAA-0BB1429902D6}" presName="Name0" presStyleCnt="0">
        <dgm:presLayoutVars>
          <dgm:dir/>
          <dgm:resizeHandles val="exact"/>
        </dgm:presLayoutVars>
      </dgm:prSet>
      <dgm:spPr/>
    </dgm:pt>
    <dgm:pt modelId="{5CCEBEFB-FA41-41B7-AB0D-72406D0C6CB7}" type="pres">
      <dgm:prSet presAssocID="{55328CE2-DB51-4AE8-827A-8449A091F485}" presName="node" presStyleLbl="node1" presStyleIdx="0" presStyleCnt="14">
        <dgm:presLayoutVars>
          <dgm:bulletEnabled val="1"/>
        </dgm:presLayoutVars>
      </dgm:prSet>
      <dgm:spPr/>
    </dgm:pt>
    <dgm:pt modelId="{CD8437B0-C728-4759-BB3C-A1FF2E4DD48F}" type="pres">
      <dgm:prSet presAssocID="{B40C294E-1DFD-4377-9174-0975E763B5CB}" presName="sibTrans" presStyleLbl="sibTrans1D1" presStyleIdx="0" presStyleCnt="13"/>
      <dgm:spPr/>
    </dgm:pt>
    <dgm:pt modelId="{81336815-948E-4703-88C6-FDD6FD4D359E}" type="pres">
      <dgm:prSet presAssocID="{B40C294E-1DFD-4377-9174-0975E763B5CB}" presName="connectorText" presStyleLbl="sibTrans1D1" presStyleIdx="0" presStyleCnt="13"/>
      <dgm:spPr/>
    </dgm:pt>
    <dgm:pt modelId="{080AFDCA-093D-4503-8C3B-38B0FF492C79}" type="pres">
      <dgm:prSet presAssocID="{10801BCC-0C77-4DB6-BE5D-7750792A0DC7}" presName="node" presStyleLbl="node1" presStyleIdx="1" presStyleCnt="14">
        <dgm:presLayoutVars>
          <dgm:bulletEnabled val="1"/>
        </dgm:presLayoutVars>
      </dgm:prSet>
      <dgm:spPr/>
    </dgm:pt>
    <dgm:pt modelId="{1B52FC52-DC6B-4213-900C-D57969EF2E63}" type="pres">
      <dgm:prSet presAssocID="{A8FC4906-4AFF-4901-BD49-D8C09901966C}" presName="sibTrans" presStyleLbl="sibTrans1D1" presStyleIdx="1" presStyleCnt="13"/>
      <dgm:spPr/>
    </dgm:pt>
    <dgm:pt modelId="{AB32BA2B-2424-4EBF-A17C-2B8E843B4EFF}" type="pres">
      <dgm:prSet presAssocID="{A8FC4906-4AFF-4901-BD49-D8C09901966C}" presName="connectorText" presStyleLbl="sibTrans1D1" presStyleIdx="1" presStyleCnt="13"/>
      <dgm:spPr/>
    </dgm:pt>
    <dgm:pt modelId="{AEF001B9-9D00-436B-8D2B-306299A93EFA}" type="pres">
      <dgm:prSet presAssocID="{69145688-917B-4254-9C85-363BF55A3DEA}" presName="node" presStyleLbl="node1" presStyleIdx="2" presStyleCnt="14">
        <dgm:presLayoutVars>
          <dgm:bulletEnabled val="1"/>
        </dgm:presLayoutVars>
      </dgm:prSet>
      <dgm:spPr/>
    </dgm:pt>
    <dgm:pt modelId="{2E4AC4B0-ECE2-4C01-A439-3B363347A359}" type="pres">
      <dgm:prSet presAssocID="{B72AD6EE-A09A-4AE8-B08C-695A6FBEFC4A}" presName="sibTrans" presStyleLbl="sibTrans1D1" presStyleIdx="2" presStyleCnt="13"/>
      <dgm:spPr/>
    </dgm:pt>
    <dgm:pt modelId="{42F05B24-B6B2-40ED-BCE8-E6C5B4C5C981}" type="pres">
      <dgm:prSet presAssocID="{B72AD6EE-A09A-4AE8-B08C-695A6FBEFC4A}" presName="connectorText" presStyleLbl="sibTrans1D1" presStyleIdx="2" presStyleCnt="13"/>
      <dgm:spPr/>
    </dgm:pt>
    <dgm:pt modelId="{71380202-E87A-41A0-BB47-FA05A7E15978}" type="pres">
      <dgm:prSet presAssocID="{1EB31FBC-30BA-45D0-B8F0-AF9B5E2632BF}" presName="node" presStyleLbl="node1" presStyleIdx="3" presStyleCnt="14">
        <dgm:presLayoutVars>
          <dgm:bulletEnabled val="1"/>
        </dgm:presLayoutVars>
      </dgm:prSet>
      <dgm:spPr/>
    </dgm:pt>
    <dgm:pt modelId="{1EBA5C26-B5CE-4D57-9B33-1AE473E81E41}" type="pres">
      <dgm:prSet presAssocID="{D4899DCA-E387-4D20-8134-68CACFECECC3}" presName="sibTrans" presStyleLbl="sibTrans1D1" presStyleIdx="3" presStyleCnt="13"/>
      <dgm:spPr/>
    </dgm:pt>
    <dgm:pt modelId="{3479C9CE-E38C-4710-8FFD-5EB1478DD8BA}" type="pres">
      <dgm:prSet presAssocID="{D4899DCA-E387-4D20-8134-68CACFECECC3}" presName="connectorText" presStyleLbl="sibTrans1D1" presStyleIdx="3" presStyleCnt="13"/>
      <dgm:spPr/>
    </dgm:pt>
    <dgm:pt modelId="{16C68CFD-ABA0-4230-92E0-F92C572114EE}" type="pres">
      <dgm:prSet presAssocID="{67823D8E-E670-4A96-9358-D5565E67026A}" presName="node" presStyleLbl="node1" presStyleIdx="4" presStyleCnt="14">
        <dgm:presLayoutVars>
          <dgm:bulletEnabled val="1"/>
        </dgm:presLayoutVars>
      </dgm:prSet>
      <dgm:spPr/>
    </dgm:pt>
    <dgm:pt modelId="{E59E97ED-7C96-4CB7-88B7-4D33DD334371}" type="pres">
      <dgm:prSet presAssocID="{DE5CAA67-D7A9-4845-B972-52BF1ED29509}" presName="sibTrans" presStyleLbl="sibTrans1D1" presStyleIdx="4" presStyleCnt="13"/>
      <dgm:spPr/>
    </dgm:pt>
    <dgm:pt modelId="{6A9DF40D-29BC-4D22-BC49-00267397052F}" type="pres">
      <dgm:prSet presAssocID="{DE5CAA67-D7A9-4845-B972-52BF1ED29509}" presName="connectorText" presStyleLbl="sibTrans1D1" presStyleIdx="4" presStyleCnt="13"/>
      <dgm:spPr/>
    </dgm:pt>
    <dgm:pt modelId="{312DB3D9-1307-4BF1-BF4B-2A49804E107F}" type="pres">
      <dgm:prSet presAssocID="{0E3504E5-4B53-4D7F-833C-169AC2B532CB}" presName="node" presStyleLbl="node1" presStyleIdx="5" presStyleCnt="14">
        <dgm:presLayoutVars>
          <dgm:bulletEnabled val="1"/>
        </dgm:presLayoutVars>
      </dgm:prSet>
      <dgm:spPr/>
    </dgm:pt>
    <dgm:pt modelId="{E75FB958-5C28-4D8A-A052-40B27EC592CA}" type="pres">
      <dgm:prSet presAssocID="{C77C6F2E-7A27-4048-A49F-808E71BC1CBB}" presName="sibTrans" presStyleLbl="sibTrans1D1" presStyleIdx="5" presStyleCnt="13"/>
      <dgm:spPr/>
    </dgm:pt>
    <dgm:pt modelId="{945A6712-75C1-4EF3-98FD-3BA7E313A1DF}" type="pres">
      <dgm:prSet presAssocID="{C77C6F2E-7A27-4048-A49F-808E71BC1CBB}" presName="connectorText" presStyleLbl="sibTrans1D1" presStyleIdx="5" presStyleCnt="13"/>
      <dgm:spPr/>
    </dgm:pt>
    <dgm:pt modelId="{2E4DC2A0-1858-4ED6-95C0-AE6ACBF329FF}" type="pres">
      <dgm:prSet presAssocID="{E9FD249D-83C8-42F6-AD94-F04E51FA3F0B}" presName="node" presStyleLbl="node1" presStyleIdx="6" presStyleCnt="14">
        <dgm:presLayoutVars>
          <dgm:bulletEnabled val="1"/>
        </dgm:presLayoutVars>
      </dgm:prSet>
      <dgm:spPr/>
    </dgm:pt>
    <dgm:pt modelId="{AB059FE4-F24C-4E3D-A842-BE3D95D38B7E}" type="pres">
      <dgm:prSet presAssocID="{12D9DD87-FAB0-477F-8030-EC69EE55842F}" presName="sibTrans" presStyleLbl="sibTrans1D1" presStyleIdx="6" presStyleCnt="13"/>
      <dgm:spPr/>
    </dgm:pt>
    <dgm:pt modelId="{A3A66916-EEFD-4327-8865-2114BB3ED5A6}" type="pres">
      <dgm:prSet presAssocID="{12D9DD87-FAB0-477F-8030-EC69EE55842F}" presName="connectorText" presStyleLbl="sibTrans1D1" presStyleIdx="6" presStyleCnt="13"/>
      <dgm:spPr/>
    </dgm:pt>
    <dgm:pt modelId="{6295AAF2-7B1C-4C9F-B0C1-35BF9DC9255E}" type="pres">
      <dgm:prSet presAssocID="{F6C4B952-4A0E-4687-8B2B-64A378FE204C}" presName="node" presStyleLbl="node1" presStyleIdx="7" presStyleCnt="14">
        <dgm:presLayoutVars>
          <dgm:bulletEnabled val="1"/>
        </dgm:presLayoutVars>
      </dgm:prSet>
      <dgm:spPr/>
    </dgm:pt>
    <dgm:pt modelId="{B25A486F-B5F4-4823-821C-E79729E9724A}" type="pres">
      <dgm:prSet presAssocID="{25F73FD9-8CF4-4935-9D0C-AB83404D5E69}" presName="sibTrans" presStyleLbl="sibTrans1D1" presStyleIdx="7" presStyleCnt="13"/>
      <dgm:spPr/>
    </dgm:pt>
    <dgm:pt modelId="{B4D2DBAA-B7F5-4255-A74C-A7F60AA894F6}" type="pres">
      <dgm:prSet presAssocID="{25F73FD9-8CF4-4935-9D0C-AB83404D5E69}" presName="connectorText" presStyleLbl="sibTrans1D1" presStyleIdx="7" presStyleCnt="13"/>
      <dgm:spPr/>
    </dgm:pt>
    <dgm:pt modelId="{056B98F0-CB1E-4009-B12B-BCA5528ADF51}" type="pres">
      <dgm:prSet presAssocID="{87C7E554-7AE9-4326-A82D-010BDBB1D62F}" presName="node" presStyleLbl="node1" presStyleIdx="8" presStyleCnt="14">
        <dgm:presLayoutVars>
          <dgm:bulletEnabled val="1"/>
        </dgm:presLayoutVars>
      </dgm:prSet>
      <dgm:spPr/>
    </dgm:pt>
    <dgm:pt modelId="{E0CFBBEC-BB9E-4A31-B178-3E4DB968878A}" type="pres">
      <dgm:prSet presAssocID="{D5A8D1EF-C47E-40D9-A73B-F4BE7ABC1615}" presName="sibTrans" presStyleLbl="sibTrans1D1" presStyleIdx="8" presStyleCnt="13"/>
      <dgm:spPr/>
    </dgm:pt>
    <dgm:pt modelId="{DFA60AC5-81DF-45F3-8EA8-CF082C857BC9}" type="pres">
      <dgm:prSet presAssocID="{D5A8D1EF-C47E-40D9-A73B-F4BE7ABC1615}" presName="connectorText" presStyleLbl="sibTrans1D1" presStyleIdx="8" presStyleCnt="13"/>
      <dgm:spPr/>
    </dgm:pt>
    <dgm:pt modelId="{91BF8A9E-33BB-43B5-B463-E7AB679781F3}" type="pres">
      <dgm:prSet presAssocID="{AA647FD6-A41A-4842-82A6-7FBBB2C06726}" presName="node" presStyleLbl="node1" presStyleIdx="9" presStyleCnt="14">
        <dgm:presLayoutVars>
          <dgm:bulletEnabled val="1"/>
        </dgm:presLayoutVars>
      </dgm:prSet>
      <dgm:spPr/>
    </dgm:pt>
    <dgm:pt modelId="{445838D3-71E4-473D-B151-2C07F770DFCE}" type="pres">
      <dgm:prSet presAssocID="{A637EE4E-42D8-45FA-8B9D-F7069BBBDA71}" presName="sibTrans" presStyleLbl="sibTrans1D1" presStyleIdx="9" presStyleCnt="13"/>
      <dgm:spPr/>
    </dgm:pt>
    <dgm:pt modelId="{92BFDC4A-95C5-4AF4-8310-EECF42F4F057}" type="pres">
      <dgm:prSet presAssocID="{A637EE4E-42D8-45FA-8B9D-F7069BBBDA71}" presName="connectorText" presStyleLbl="sibTrans1D1" presStyleIdx="9" presStyleCnt="13"/>
      <dgm:spPr/>
    </dgm:pt>
    <dgm:pt modelId="{3A493D14-2551-46D5-858E-1410DB6AEA42}" type="pres">
      <dgm:prSet presAssocID="{64BCBD19-AFDF-495D-93DA-1DBB7654B2E7}" presName="node" presStyleLbl="node1" presStyleIdx="10" presStyleCnt="14">
        <dgm:presLayoutVars>
          <dgm:bulletEnabled val="1"/>
        </dgm:presLayoutVars>
      </dgm:prSet>
      <dgm:spPr/>
    </dgm:pt>
    <dgm:pt modelId="{B710A5C9-02B7-4678-B84C-7A0365DDAEA1}" type="pres">
      <dgm:prSet presAssocID="{B58E6B26-A566-4AF1-8D39-3DB5F072A220}" presName="sibTrans" presStyleLbl="sibTrans1D1" presStyleIdx="10" presStyleCnt="13"/>
      <dgm:spPr/>
    </dgm:pt>
    <dgm:pt modelId="{1BBE3B4A-A0FB-4D22-9DBA-59A406FBB60D}" type="pres">
      <dgm:prSet presAssocID="{B58E6B26-A566-4AF1-8D39-3DB5F072A220}" presName="connectorText" presStyleLbl="sibTrans1D1" presStyleIdx="10" presStyleCnt="13"/>
      <dgm:spPr/>
    </dgm:pt>
    <dgm:pt modelId="{D0BB8860-2089-4299-A020-CD8E7B867DA8}" type="pres">
      <dgm:prSet presAssocID="{9BFB1AC5-7504-4E28-8CF0-85A7086D7F23}" presName="node" presStyleLbl="node1" presStyleIdx="11" presStyleCnt="14">
        <dgm:presLayoutVars>
          <dgm:bulletEnabled val="1"/>
        </dgm:presLayoutVars>
      </dgm:prSet>
      <dgm:spPr/>
    </dgm:pt>
    <dgm:pt modelId="{71AE9388-531B-4201-89DE-4A1854669C2D}" type="pres">
      <dgm:prSet presAssocID="{0F90CDBC-F8BB-4CDF-8D7A-CBF9385EF3A9}" presName="sibTrans" presStyleLbl="sibTrans1D1" presStyleIdx="11" presStyleCnt="13"/>
      <dgm:spPr/>
    </dgm:pt>
    <dgm:pt modelId="{35284681-ED7D-4468-9216-BBDBFF7139AB}" type="pres">
      <dgm:prSet presAssocID="{0F90CDBC-F8BB-4CDF-8D7A-CBF9385EF3A9}" presName="connectorText" presStyleLbl="sibTrans1D1" presStyleIdx="11" presStyleCnt="13"/>
      <dgm:spPr/>
    </dgm:pt>
    <dgm:pt modelId="{51E10C37-738F-4244-893A-DA65647E1D2F}" type="pres">
      <dgm:prSet presAssocID="{CA29E2CC-93AB-4215-8D9B-9F74D01F8CB5}" presName="node" presStyleLbl="node1" presStyleIdx="12" presStyleCnt="14">
        <dgm:presLayoutVars>
          <dgm:bulletEnabled val="1"/>
        </dgm:presLayoutVars>
      </dgm:prSet>
      <dgm:spPr/>
    </dgm:pt>
    <dgm:pt modelId="{617BB658-21DB-4AC1-AAAA-330997ED8D04}" type="pres">
      <dgm:prSet presAssocID="{68B5C56C-74A2-4663-ABFE-10AFDB8E811E}" presName="sibTrans" presStyleLbl="sibTrans1D1" presStyleIdx="12" presStyleCnt="13"/>
      <dgm:spPr/>
    </dgm:pt>
    <dgm:pt modelId="{FFC8B696-3619-43AD-B99A-08A0C2A97CA0}" type="pres">
      <dgm:prSet presAssocID="{68B5C56C-74A2-4663-ABFE-10AFDB8E811E}" presName="connectorText" presStyleLbl="sibTrans1D1" presStyleIdx="12" presStyleCnt="13"/>
      <dgm:spPr/>
    </dgm:pt>
    <dgm:pt modelId="{F3B0770E-25BA-409E-ADCC-7B494B5449E4}" type="pres">
      <dgm:prSet presAssocID="{0DF52CF0-0563-4847-8809-C4028FC0265A}" presName="node" presStyleLbl="node1" presStyleIdx="13" presStyleCnt="14">
        <dgm:presLayoutVars>
          <dgm:bulletEnabled val="1"/>
        </dgm:presLayoutVars>
      </dgm:prSet>
      <dgm:spPr/>
    </dgm:pt>
  </dgm:ptLst>
  <dgm:cxnLst>
    <dgm:cxn modelId="{C2EAD200-1B63-4E15-97D5-8F15EA2BB903}" type="presOf" srcId="{25F73FD9-8CF4-4935-9D0C-AB83404D5E69}" destId="{B25A486F-B5F4-4823-821C-E79729E9724A}" srcOrd="0" destOrd="0" presId="urn:microsoft.com/office/officeart/2016/7/layout/RepeatingBendingProcessNew"/>
    <dgm:cxn modelId="{56D13D07-D515-4CBC-B862-9B0037ADA768}" srcId="{A99B7143-308A-4B2E-9BAA-0BB1429902D6}" destId="{0E3504E5-4B53-4D7F-833C-169AC2B532CB}" srcOrd="5" destOrd="0" parTransId="{DB593E97-426C-4372-A0FE-15A62AFD2994}" sibTransId="{C77C6F2E-7A27-4048-A49F-808E71BC1CBB}"/>
    <dgm:cxn modelId="{E7F55B0C-3AC2-477D-8E03-F32C13A57B12}" type="presOf" srcId="{A99B7143-308A-4B2E-9BAA-0BB1429902D6}" destId="{96BB9032-C31E-4388-83EE-E8A1900EC1B3}" srcOrd="0" destOrd="0" presId="urn:microsoft.com/office/officeart/2016/7/layout/RepeatingBendingProcessNew"/>
    <dgm:cxn modelId="{1CE86F12-546E-4C07-8F8E-89D0A8532192}" type="presOf" srcId="{10801BCC-0C77-4DB6-BE5D-7750792A0DC7}" destId="{080AFDCA-093D-4503-8C3B-38B0FF492C79}" srcOrd="0" destOrd="0" presId="urn:microsoft.com/office/officeart/2016/7/layout/RepeatingBendingProcessNew"/>
    <dgm:cxn modelId="{03806119-3730-47BD-92D4-5A5AFB99B7A0}" type="presOf" srcId="{AA647FD6-A41A-4842-82A6-7FBBB2C06726}" destId="{91BF8A9E-33BB-43B5-B463-E7AB679781F3}" srcOrd="0" destOrd="0" presId="urn:microsoft.com/office/officeart/2016/7/layout/RepeatingBendingProcessNew"/>
    <dgm:cxn modelId="{E3736419-974F-4305-AE70-969E7615C43D}" srcId="{A99B7143-308A-4B2E-9BAA-0BB1429902D6}" destId="{F6C4B952-4A0E-4687-8B2B-64A378FE204C}" srcOrd="7" destOrd="0" parTransId="{CF396DFF-C8D2-4BAD-ADAA-2E45A394EBBA}" sibTransId="{25F73FD9-8CF4-4935-9D0C-AB83404D5E69}"/>
    <dgm:cxn modelId="{3389EC1B-CF05-4018-93F1-D99A24D4D217}" type="presOf" srcId="{B58E6B26-A566-4AF1-8D39-3DB5F072A220}" destId="{B710A5C9-02B7-4678-B84C-7A0365DDAEA1}" srcOrd="0" destOrd="0" presId="urn:microsoft.com/office/officeart/2016/7/layout/RepeatingBendingProcessNew"/>
    <dgm:cxn modelId="{A6430E23-9323-4D68-A566-6AFAFF65C635}" type="presOf" srcId="{D5A8D1EF-C47E-40D9-A73B-F4BE7ABC1615}" destId="{E0CFBBEC-BB9E-4A31-B178-3E4DB968878A}" srcOrd="0" destOrd="0" presId="urn:microsoft.com/office/officeart/2016/7/layout/RepeatingBendingProcessNew"/>
    <dgm:cxn modelId="{9B45CC23-31CD-4970-967F-83BE5DFD31C3}" type="presOf" srcId="{0DF52CF0-0563-4847-8809-C4028FC0265A}" destId="{F3B0770E-25BA-409E-ADCC-7B494B5449E4}" srcOrd="0" destOrd="0" presId="urn:microsoft.com/office/officeart/2016/7/layout/RepeatingBendingProcessNew"/>
    <dgm:cxn modelId="{ED96B32E-F2F6-41D5-8250-E6EC8466882A}" srcId="{A99B7143-308A-4B2E-9BAA-0BB1429902D6}" destId="{9BFB1AC5-7504-4E28-8CF0-85A7086D7F23}" srcOrd="11" destOrd="0" parTransId="{CDB2D31F-86EE-4D8A-A286-9846086C2DD5}" sibTransId="{0F90CDBC-F8BB-4CDF-8D7A-CBF9385EF3A9}"/>
    <dgm:cxn modelId="{1A4C3434-9B9B-457D-8F1F-4585ADB8477D}" type="presOf" srcId="{A8FC4906-4AFF-4901-BD49-D8C09901966C}" destId="{AB32BA2B-2424-4EBF-A17C-2B8E843B4EFF}" srcOrd="1" destOrd="0" presId="urn:microsoft.com/office/officeart/2016/7/layout/RepeatingBendingProcessNew"/>
    <dgm:cxn modelId="{8D65FC34-1CBB-4E91-9E8C-B58261E5AF74}" type="presOf" srcId="{12D9DD87-FAB0-477F-8030-EC69EE55842F}" destId="{A3A66916-EEFD-4327-8865-2114BB3ED5A6}" srcOrd="1" destOrd="0" presId="urn:microsoft.com/office/officeart/2016/7/layout/RepeatingBendingProcessNew"/>
    <dgm:cxn modelId="{950EC737-B0F4-41CE-A5A0-9D75734E8FB1}" type="presOf" srcId="{CA29E2CC-93AB-4215-8D9B-9F74D01F8CB5}" destId="{51E10C37-738F-4244-893A-DA65647E1D2F}" srcOrd="0" destOrd="0" presId="urn:microsoft.com/office/officeart/2016/7/layout/RepeatingBendingProcessNew"/>
    <dgm:cxn modelId="{5456BB3E-90A0-4F1C-BD37-70F6EE126A18}" type="presOf" srcId="{C77C6F2E-7A27-4048-A49F-808E71BC1CBB}" destId="{945A6712-75C1-4EF3-98FD-3BA7E313A1DF}" srcOrd="1" destOrd="0" presId="urn:microsoft.com/office/officeart/2016/7/layout/RepeatingBendingProcessNew"/>
    <dgm:cxn modelId="{A67C6C3F-DCF2-4778-8745-9B2426C41D27}" srcId="{A99B7143-308A-4B2E-9BAA-0BB1429902D6}" destId="{1EB31FBC-30BA-45D0-B8F0-AF9B5E2632BF}" srcOrd="3" destOrd="0" parTransId="{AF02C88C-D3B4-4A15-A4FC-0E94D5DEAC57}" sibTransId="{D4899DCA-E387-4D20-8134-68CACFECECC3}"/>
    <dgm:cxn modelId="{55264D5E-8A3F-4954-937A-90D3112383C8}" srcId="{A99B7143-308A-4B2E-9BAA-0BB1429902D6}" destId="{0DF52CF0-0563-4847-8809-C4028FC0265A}" srcOrd="13" destOrd="0" parTransId="{5FD17DE8-481C-49B3-A657-7D9B5E548FAC}" sibTransId="{8224B05A-E86F-43EC-86C6-62D29D0B9A32}"/>
    <dgm:cxn modelId="{A86E3B6A-321D-45E7-9B96-73FAD67D1D47}" type="presOf" srcId="{B40C294E-1DFD-4377-9174-0975E763B5CB}" destId="{81336815-948E-4703-88C6-FDD6FD4D359E}" srcOrd="1" destOrd="0" presId="urn:microsoft.com/office/officeart/2016/7/layout/RepeatingBendingProcessNew"/>
    <dgm:cxn modelId="{C6872E6E-DE6A-44A1-AC99-29432583E94F}" srcId="{A99B7143-308A-4B2E-9BAA-0BB1429902D6}" destId="{64BCBD19-AFDF-495D-93DA-1DBB7654B2E7}" srcOrd="10" destOrd="0" parTransId="{7BFCDF1B-F585-4A2C-9802-7D26348EC8D8}" sibTransId="{B58E6B26-A566-4AF1-8D39-3DB5F072A220}"/>
    <dgm:cxn modelId="{38348C53-59DC-4926-813D-DD6DDDBD7505}" srcId="{A99B7143-308A-4B2E-9BAA-0BB1429902D6}" destId="{CA29E2CC-93AB-4215-8D9B-9F74D01F8CB5}" srcOrd="12" destOrd="0" parTransId="{F23CB5F1-E156-41E2-9B0E-E7B3A7B9C695}" sibTransId="{68B5C56C-74A2-4663-ABFE-10AFDB8E811E}"/>
    <dgm:cxn modelId="{9638AA53-AD82-4E02-B1BD-EE493069AA2A}" type="presOf" srcId="{87C7E554-7AE9-4326-A82D-010BDBB1D62F}" destId="{056B98F0-CB1E-4009-B12B-BCA5528ADF51}" srcOrd="0" destOrd="0" presId="urn:microsoft.com/office/officeart/2016/7/layout/RepeatingBendingProcessNew"/>
    <dgm:cxn modelId="{1EFBBD73-D093-4242-94F7-4AE893768BFB}" type="presOf" srcId="{A637EE4E-42D8-45FA-8B9D-F7069BBBDA71}" destId="{92BFDC4A-95C5-4AF4-8310-EECF42F4F057}" srcOrd="1" destOrd="0" presId="urn:microsoft.com/office/officeart/2016/7/layout/RepeatingBendingProcessNew"/>
    <dgm:cxn modelId="{E04FF575-9398-4F56-B3B4-ABB8D48E3E92}" type="presOf" srcId="{D4899DCA-E387-4D20-8134-68CACFECECC3}" destId="{3479C9CE-E38C-4710-8FFD-5EB1478DD8BA}" srcOrd="1" destOrd="0" presId="urn:microsoft.com/office/officeart/2016/7/layout/RepeatingBendingProcessNew"/>
    <dgm:cxn modelId="{7F77D776-D374-4837-B1F8-A1D64A45CA00}" type="presOf" srcId="{B40C294E-1DFD-4377-9174-0975E763B5CB}" destId="{CD8437B0-C728-4759-BB3C-A1FF2E4DD48F}" srcOrd="0" destOrd="0" presId="urn:microsoft.com/office/officeart/2016/7/layout/RepeatingBendingProcessNew"/>
    <dgm:cxn modelId="{BEC6285A-AC09-458D-87D2-8F7DF76CD889}" srcId="{A99B7143-308A-4B2E-9BAA-0BB1429902D6}" destId="{AA647FD6-A41A-4842-82A6-7FBBB2C06726}" srcOrd="9" destOrd="0" parTransId="{E85228F6-0AD9-40A6-8C16-D2A3BC4821CB}" sibTransId="{A637EE4E-42D8-45FA-8B9D-F7069BBBDA71}"/>
    <dgm:cxn modelId="{F94B0B7B-6A4B-44D7-99C0-FAB9AAAD9976}" type="presOf" srcId="{9BFB1AC5-7504-4E28-8CF0-85A7086D7F23}" destId="{D0BB8860-2089-4299-A020-CD8E7B867DA8}" srcOrd="0" destOrd="0" presId="urn:microsoft.com/office/officeart/2016/7/layout/RepeatingBendingProcessNew"/>
    <dgm:cxn modelId="{676AB186-1423-4637-9AE9-C9350CF23AC4}" type="presOf" srcId="{55328CE2-DB51-4AE8-827A-8449A091F485}" destId="{5CCEBEFB-FA41-41B7-AB0D-72406D0C6CB7}" srcOrd="0" destOrd="0" presId="urn:microsoft.com/office/officeart/2016/7/layout/RepeatingBendingProcessNew"/>
    <dgm:cxn modelId="{3997618E-D803-4D4C-BAAA-5A95A2E4F893}" srcId="{A99B7143-308A-4B2E-9BAA-0BB1429902D6}" destId="{67823D8E-E670-4A96-9358-D5565E67026A}" srcOrd="4" destOrd="0" parTransId="{332523C6-5C23-41BC-9632-F1A22C6ECC38}" sibTransId="{DE5CAA67-D7A9-4845-B972-52BF1ED29509}"/>
    <dgm:cxn modelId="{3728B490-9122-4A68-8EDC-9744ACB82617}" type="presOf" srcId="{67823D8E-E670-4A96-9358-D5565E67026A}" destId="{16C68CFD-ABA0-4230-92E0-F92C572114EE}" srcOrd="0" destOrd="0" presId="urn:microsoft.com/office/officeart/2016/7/layout/RepeatingBendingProcessNew"/>
    <dgm:cxn modelId="{93EAC090-96D7-4615-BEDC-42A0ED927F03}" srcId="{A99B7143-308A-4B2E-9BAA-0BB1429902D6}" destId="{55328CE2-DB51-4AE8-827A-8449A091F485}" srcOrd="0" destOrd="0" parTransId="{DAB322A7-A240-43DE-A65A-86AEE99772D3}" sibTransId="{B40C294E-1DFD-4377-9174-0975E763B5CB}"/>
    <dgm:cxn modelId="{5211A396-2270-4D12-8A31-1E6A10CED5BB}" srcId="{A99B7143-308A-4B2E-9BAA-0BB1429902D6}" destId="{69145688-917B-4254-9C85-363BF55A3DEA}" srcOrd="2" destOrd="0" parTransId="{B01E4ABA-E61F-48DD-9C59-68EA13A94403}" sibTransId="{B72AD6EE-A09A-4AE8-B08C-695A6FBEFC4A}"/>
    <dgm:cxn modelId="{BFB00897-B166-4C5F-8079-E5A6EAD57A13}" type="presOf" srcId="{1EB31FBC-30BA-45D0-B8F0-AF9B5E2632BF}" destId="{71380202-E87A-41A0-BB47-FA05A7E15978}" srcOrd="0" destOrd="0" presId="urn:microsoft.com/office/officeart/2016/7/layout/RepeatingBendingProcessNew"/>
    <dgm:cxn modelId="{79151A9B-AAD4-4B74-87A4-C96C5FBEAAED}" type="presOf" srcId="{0F90CDBC-F8BB-4CDF-8D7A-CBF9385EF3A9}" destId="{35284681-ED7D-4468-9216-BBDBFF7139AB}" srcOrd="1" destOrd="0" presId="urn:microsoft.com/office/officeart/2016/7/layout/RepeatingBendingProcessNew"/>
    <dgm:cxn modelId="{5C59C19B-CA67-4376-B544-17E4706CAA8D}" type="presOf" srcId="{DE5CAA67-D7A9-4845-B972-52BF1ED29509}" destId="{6A9DF40D-29BC-4D22-BC49-00267397052F}" srcOrd="1" destOrd="0" presId="urn:microsoft.com/office/officeart/2016/7/layout/RepeatingBendingProcessNew"/>
    <dgm:cxn modelId="{321829A1-8839-4A0F-A773-86948E1CA288}" type="presOf" srcId="{B72AD6EE-A09A-4AE8-B08C-695A6FBEFC4A}" destId="{2E4AC4B0-ECE2-4C01-A439-3B363347A359}" srcOrd="0" destOrd="0" presId="urn:microsoft.com/office/officeart/2016/7/layout/RepeatingBendingProcessNew"/>
    <dgm:cxn modelId="{00D266A9-C821-4D9C-9FF5-14A9CBD1099C}" type="presOf" srcId="{C77C6F2E-7A27-4048-A49F-808E71BC1CBB}" destId="{E75FB958-5C28-4D8A-A052-40B27EC592CA}" srcOrd="0" destOrd="0" presId="urn:microsoft.com/office/officeart/2016/7/layout/RepeatingBendingProcessNew"/>
    <dgm:cxn modelId="{597B88AA-AC8E-42C2-8337-C13D5F3415A4}" type="presOf" srcId="{68B5C56C-74A2-4663-ABFE-10AFDB8E811E}" destId="{FFC8B696-3619-43AD-B99A-08A0C2A97CA0}" srcOrd="1" destOrd="0" presId="urn:microsoft.com/office/officeart/2016/7/layout/RepeatingBendingProcessNew"/>
    <dgm:cxn modelId="{36E11FAF-AAF7-4467-8D93-5024254FF5A5}" type="presOf" srcId="{A637EE4E-42D8-45FA-8B9D-F7069BBBDA71}" destId="{445838D3-71E4-473D-B151-2C07F770DFCE}" srcOrd="0" destOrd="0" presId="urn:microsoft.com/office/officeart/2016/7/layout/RepeatingBendingProcessNew"/>
    <dgm:cxn modelId="{B26733B3-3E9B-4EEB-8E06-E1327BD8FD23}" srcId="{A99B7143-308A-4B2E-9BAA-0BB1429902D6}" destId="{10801BCC-0C77-4DB6-BE5D-7750792A0DC7}" srcOrd="1" destOrd="0" parTransId="{6A1EB65F-60F6-4B1F-A06A-755AA23F53A0}" sibTransId="{A8FC4906-4AFF-4901-BD49-D8C09901966C}"/>
    <dgm:cxn modelId="{E4EE8CBC-DA8B-438B-95BF-A3D0F654277C}" type="presOf" srcId="{A8FC4906-4AFF-4901-BD49-D8C09901966C}" destId="{1B52FC52-DC6B-4213-900C-D57969EF2E63}" srcOrd="0" destOrd="0" presId="urn:microsoft.com/office/officeart/2016/7/layout/RepeatingBendingProcessNew"/>
    <dgm:cxn modelId="{656A73BD-B4A0-4051-BBA9-DCCEBD0E6372}" type="presOf" srcId="{64BCBD19-AFDF-495D-93DA-1DBB7654B2E7}" destId="{3A493D14-2551-46D5-858E-1410DB6AEA42}" srcOrd="0" destOrd="0" presId="urn:microsoft.com/office/officeart/2016/7/layout/RepeatingBendingProcessNew"/>
    <dgm:cxn modelId="{612D64C0-BBC8-4A72-A383-47252D9DA93F}" type="presOf" srcId="{0E3504E5-4B53-4D7F-833C-169AC2B532CB}" destId="{312DB3D9-1307-4BF1-BF4B-2A49804E107F}" srcOrd="0" destOrd="0" presId="urn:microsoft.com/office/officeart/2016/7/layout/RepeatingBendingProcessNew"/>
    <dgm:cxn modelId="{ACF784CD-827C-49FA-A5C6-DFF163902688}" type="presOf" srcId="{DE5CAA67-D7A9-4845-B972-52BF1ED29509}" destId="{E59E97ED-7C96-4CB7-88B7-4D33DD334371}" srcOrd="0" destOrd="0" presId="urn:microsoft.com/office/officeart/2016/7/layout/RepeatingBendingProcessNew"/>
    <dgm:cxn modelId="{15E9BCD4-9EA5-4867-BF6F-54E7A9C225DA}" srcId="{A99B7143-308A-4B2E-9BAA-0BB1429902D6}" destId="{E9FD249D-83C8-42F6-AD94-F04E51FA3F0B}" srcOrd="6" destOrd="0" parTransId="{EDED0922-5CDA-48B3-A0E9-4FDE026AC56B}" sibTransId="{12D9DD87-FAB0-477F-8030-EC69EE55842F}"/>
    <dgm:cxn modelId="{BD43A0D8-AF0A-47D9-9F54-9039DF968BFA}" type="presOf" srcId="{69145688-917B-4254-9C85-363BF55A3DEA}" destId="{AEF001B9-9D00-436B-8D2B-306299A93EFA}" srcOrd="0" destOrd="0" presId="urn:microsoft.com/office/officeart/2016/7/layout/RepeatingBendingProcessNew"/>
    <dgm:cxn modelId="{5D1264D9-FB4B-4D16-BE45-4C6A6A7F597D}" type="presOf" srcId="{E9FD249D-83C8-42F6-AD94-F04E51FA3F0B}" destId="{2E4DC2A0-1858-4ED6-95C0-AE6ACBF329FF}" srcOrd="0" destOrd="0" presId="urn:microsoft.com/office/officeart/2016/7/layout/RepeatingBendingProcessNew"/>
    <dgm:cxn modelId="{4A1513DA-9999-4D23-8765-7DF084822D62}" srcId="{A99B7143-308A-4B2E-9BAA-0BB1429902D6}" destId="{87C7E554-7AE9-4326-A82D-010BDBB1D62F}" srcOrd="8" destOrd="0" parTransId="{B667039E-4207-4BCE-BDE5-F72C4F92CEFE}" sibTransId="{D5A8D1EF-C47E-40D9-A73B-F4BE7ABC1615}"/>
    <dgm:cxn modelId="{3C65D6E1-DC95-4FD1-A88F-55EECBEECFF4}" type="presOf" srcId="{12D9DD87-FAB0-477F-8030-EC69EE55842F}" destId="{AB059FE4-F24C-4E3D-A842-BE3D95D38B7E}" srcOrd="0" destOrd="0" presId="urn:microsoft.com/office/officeart/2016/7/layout/RepeatingBendingProcessNew"/>
    <dgm:cxn modelId="{F69527EE-D19D-4CEB-9B47-789AEF05CBDA}" type="presOf" srcId="{D5A8D1EF-C47E-40D9-A73B-F4BE7ABC1615}" destId="{DFA60AC5-81DF-45F3-8EA8-CF082C857BC9}" srcOrd="1" destOrd="0" presId="urn:microsoft.com/office/officeart/2016/7/layout/RepeatingBendingProcessNew"/>
    <dgm:cxn modelId="{94EF26F0-E204-4B03-A039-F6DFA337B791}" type="presOf" srcId="{68B5C56C-74A2-4663-ABFE-10AFDB8E811E}" destId="{617BB658-21DB-4AC1-AAAA-330997ED8D04}" srcOrd="0" destOrd="0" presId="urn:microsoft.com/office/officeart/2016/7/layout/RepeatingBendingProcessNew"/>
    <dgm:cxn modelId="{2FD6C0F1-6D8A-4CE6-8624-05E3C496D506}" type="presOf" srcId="{D4899DCA-E387-4D20-8134-68CACFECECC3}" destId="{1EBA5C26-B5CE-4D57-9B33-1AE473E81E41}" srcOrd="0" destOrd="0" presId="urn:microsoft.com/office/officeart/2016/7/layout/RepeatingBendingProcessNew"/>
    <dgm:cxn modelId="{E16209F5-F262-4B6D-9B3B-2C1C478A84F2}" type="presOf" srcId="{B72AD6EE-A09A-4AE8-B08C-695A6FBEFC4A}" destId="{42F05B24-B6B2-40ED-BCE8-E6C5B4C5C981}" srcOrd="1" destOrd="0" presId="urn:microsoft.com/office/officeart/2016/7/layout/RepeatingBendingProcessNew"/>
    <dgm:cxn modelId="{8889ABFA-F4DD-487E-A760-73DB355C2AA8}" type="presOf" srcId="{B58E6B26-A566-4AF1-8D39-3DB5F072A220}" destId="{1BBE3B4A-A0FB-4D22-9DBA-59A406FBB60D}" srcOrd="1" destOrd="0" presId="urn:microsoft.com/office/officeart/2016/7/layout/RepeatingBendingProcessNew"/>
    <dgm:cxn modelId="{8D2DDDFC-831A-4202-B649-BA3DF65EB79B}" type="presOf" srcId="{25F73FD9-8CF4-4935-9D0C-AB83404D5E69}" destId="{B4D2DBAA-B7F5-4255-A74C-A7F60AA894F6}" srcOrd="1" destOrd="0" presId="urn:microsoft.com/office/officeart/2016/7/layout/RepeatingBendingProcessNew"/>
    <dgm:cxn modelId="{04DAF5FC-31D8-444D-9B73-76402BB66432}" type="presOf" srcId="{F6C4B952-4A0E-4687-8B2B-64A378FE204C}" destId="{6295AAF2-7B1C-4C9F-B0C1-35BF9DC9255E}" srcOrd="0" destOrd="0" presId="urn:microsoft.com/office/officeart/2016/7/layout/RepeatingBendingProcessNew"/>
    <dgm:cxn modelId="{8C6BA1FF-23EF-4A53-AC23-CA837E25FD8F}" type="presOf" srcId="{0F90CDBC-F8BB-4CDF-8D7A-CBF9385EF3A9}" destId="{71AE9388-531B-4201-89DE-4A1854669C2D}" srcOrd="0" destOrd="0" presId="urn:microsoft.com/office/officeart/2016/7/layout/RepeatingBendingProcessNew"/>
    <dgm:cxn modelId="{5B22E11C-9D5C-4FDD-9B0F-BFB9D2D93586}" type="presParOf" srcId="{96BB9032-C31E-4388-83EE-E8A1900EC1B3}" destId="{5CCEBEFB-FA41-41B7-AB0D-72406D0C6CB7}" srcOrd="0" destOrd="0" presId="urn:microsoft.com/office/officeart/2016/7/layout/RepeatingBendingProcessNew"/>
    <dgm:cxn modelId="{26230CEB-7ECD-4FDC-BA94-28888B3367BD}" type="presParOf" srcId="{96BB9032-C31E-4388-83EE-E8A1900EC1B3}" destId="{CD8437B0-C728-4759-BB3C-A1FF2E4DD48F}" srcOrd="1" destOrd="0" presId="urn:microsoft.com/office/officeart/2016/7/layout/RepeatingBendingProcessNew"/>
    <dgm:cxn modelId="{9440B29D-9AAC-4512-A298-1891FD7D7FFD}" type="presParOf" srcId="{CD8437B0-C728-4759-BB3C-A1FF2E4DD48F}" destId="{81336815-948E-4703-88C6-FDD6FD4D359E}" srcOrd="0" destOrd="0" presId="urn:microsoft.com/office/officeart/2016/7/layout/RepeatingBendingProcessNew"/>
    <dgm:cxn modelId="{C9CEEF8C-AD1F-4DD3-8740-552B8B2DCBAD}" type="presParOf" srcId="{96BB9032-C31E-4388-83EE-E8A1900EC1B3}" destId="{080AFDCA-093D-4503-8C3B-38B0FF492C79}" srcOrd="2" destOrd="0" presId="urn:microsoft.com/office/officeart/2016/7/layout/RepeatingBendingProcessNew"/>
    <dgm:cxn modelId="{9FBB8C1F-61CC-4D30-8B25-98B82D79E21E}" type="presParOf" srcId="{96BB9032-C31E-4388-83EE-E8A1900EC1B3}" destId="{1B52FC52-DC6B-4213-900C-D57969EF2E63}" srcOrd="3" destOrd="0" presId="urn:microsoft.com/office/officeart/2016/7/layout/RepeatingBendingProcessNew"/>
    <dgm:cxn modelId="{A1FE5B29-D4FE-4DC3-A229-F312B0C38CD3}" type="presParOf" srcId="{1B52FC52-DC6B-4213-900C-D57969EF2E63}" destId="{AB32BA2B-2424-4EBF-A17C-2B8E843B4EFF}" srcOrd="0" destOrd="0" presId="urn:microsoft.com/office/officeart/2016/7/layout/RepeatingBendingProcessNew"/>
    <dgm:cxn modelId="{C69EC498-CD7B-41E4-9FB6-E47EDC458C14}" type="presParOf" srcId="{96BB9032-C31E-4388-83EE-E8A1900EC1B3}" destId="{AEF001B9-9D00-436B-8D2B-306299A93EFA}" srcOrd="4" destOrd="0" presId="urn:microsoft.com/office/officeart/2016/7/layout/RepeatingBendingProcessNew"/>
    <dgm:cxn modelId="{3917D258-0F0D-4570-B685-DFE73E23770F}" type="presParOf" srcId="{96BB9032-C31E-4388-83EE-E8A1900EC1B3}" destId="{2E4AC4B0-ECE2-4C01-A439-3B363347A359}" srcOrd="5" destOrd="0" presId="urn:microsoft.com/office/officeart/2016/7/layout/RepeatingBendingProcessNew"/>
    <dgm:cxn modelId="{438B422D-DA23-4D61-B9FB-9D043F972DF5}" type="presParOf" srcId="{2E4AC4B0-ECE2-4C01-A439-3B363347A359}" destId="{42F05B24-B6B2-40ED-BCE8-E6C5B4C5C981}" srcOrd="0" destOrd="0" presId="urn:microsoft.com/office/officeart/2016/7/layout/RepeatingBendingProcessNew"/>
    <dgm:cxn modelId="{4B946F51-F5B1-4CC1-AEF6-5B24239F2B7F}" type="presParOf" srcId="{96BB9032-C31E-4388-83EE-E8A1900EC1B3}" destId="{71380202-E87A-41A0-BB47-FA05A7E15978}" srcOrd="6" destOrd="0" presId="urn:microsoft.com/office/officeart/2016/7/layout/RepeatingBendingProcessNew"/>
    <dgm:cxn modelId="{C851D403-1282-440A-9035-7252E48879C7}" type="presParOf" srcId="{96BB9032-C31E-4388-83EE-E8A1900EC1B3}" destId="{1EBA5C26-B5CE-4D57-9B33-1AE473E81E41}" srcOrd="7" destOrd="0" presId="urn:microsoft.com/office/officeart/2016/7/layout/RepeatingBendingProcessNew"/>
    <dgm:cxn modelId="{2CDE6628-21DA-4520-BE35-FE87B2730EFA}" type="presParOf" srcId="{1EBA5C26-B5CE-4D57-9B33-1AE473E81E41}" destId="{3479C9CE-E38C-4710-8FFD-5EB1478DD8BA}" srcOrd="0" destOrd="0" presId="urn:microsoft.com/office/officeart/2016/7/layout/RepeatingBendingProcessNew"/>
    <dgm:cxn modelId="{5440805C-41B5-442E-BBA0-47D09AC01784}" type="presParOf" srcId="{96BB9032-C31E-4388-83EE-E8A1900EC1B3}" destId="{16C68CFD-ABA0-4230-92E0-F92C572114EE}" srcOrd="8" destOrd="0" presId="urn:microsoft.com/office/officeart/2016/7/layout/RepeatingBendingProcessNew"/>
    <dgm:cxn modelId="{BAC6EFFA-6B12-4DBD-ACBC-1611DC810E04}" type="presParOf" srcId="{96BB9032-C31E-4388-83EE-E8A1900EC1B3}" destId="{E59E97ED-7C96-4CB7-88B7-4D33DD334371}" srcOrd="9" destOrd="0" presId="urn:microsoft.com/office/officeart/2016/7/layout/RepeatingBendingProcessNew"/>
    <dgm:cxn modelId="{760E65B6-4E4A-4E29-8B0C-9310F73B729A}" type="presParOf" srcId="{E59E97ED-7C96-4CB7-88B7-4D33DD334371}" destId="{6A9DF40D-29BC-4D22-BC49-00267397052F}" srcOrd="0" destOrd="0" presId="urn:microsoft.com/office/officeart/2016/7/layout/RepeatingBendingProcessNew"/>
    <dgm:cxn modelId="{629F945E-2ED4-4FE2-98F6-BCB5FA9E9956}" type="presParOf" srcId="{96BB9032-C31E-4388-83EE-E8A1900EC1B3}" destId="{312DB3D9-1307-4BF1-BF4B-2A49804E107F}" srcOrd="10" destOrd="0" presId="urn:microsoft.com/office/officeart/2016/7/layout/RepeatingBendingProcessNew"/>
    <dgm:cxn modelId="{793C140D-2A0C-4E82-89BC-7070A47C776F}" type="presParOf" srcId="{96BB9032-C31E-4388-83EE-E8A1900EC1B3}" destId="{E75FB958-5C28-4D8A-A052-40B27EC592CA}" srcOrd="11" destOrd="0" presId="urn:microsoft.com/office/officeart/2016/7/layout/RepeatingBendingProcessNew"/>
    <dgm:cxn modelId="{3D41D2DF-84A4-484D-8250-C2F9056A770D}" type="presParOf" srcId="{E75FB958-5C28-4D8A-A052-40B27EC592CA}" destId="{945A6712-75C1-4EF3-98FD-3BA7E313A1DF}" srcOrd="0" destOrd="0" presId="urn:microsoft.com/office/officeart/2016/7/layout/RepeatingBendingProcessNew"/>
    <dgm:cxn modelId="{451A7DFA-D937-41EB-A5D8-B23229AA2B32}" type="presParOf" srcId="{96BB9032-C31E-4388-83EE-E8A1900EC1B3}" destId="{2E4DC2A0-1858-4ED6-95C0-AE6ACBF329FF}" srcOrd="12" destOrd="0" presId="urn:microsoft.com/office/officeart/2016/7/layout/RepeatingBendingProcessNew"/>
    <dgm:cxn modelId="{A6ECEDCB-F4FC-4833-914A-E1A3E81662E9}" type="presParOf" srcId="{96BB9032-C31E-4388-83EE-E8A1900EC1B3}" destId="{AB059FE4-F24C-4E3D-A842-BE3D95D38B7E}" srcOrd="13" destOrd="0" presId="urn:microsoft.com/office/officeart/2016/7/layout/RepeatingBendingProcessNew"/>
    <dgm:cxn modelId="{6CA1B4F7-6253-42CD-B8B9-8EA2008EF653}" type="presParOf" srcId="{AB059FE4-F24C-4E3D-A842-BE3D95D38B7E}" destId="{A3A66916-EEFD-4327-8865-2114BB3ED5A6}" srcOrd="0" destOrd="0" presId="urn:microsoft.com/office/officeart/2016/7/layout/RepeatingBendingProcessNew"/>
    <dgm:cxn modelId="{FF7E63BB-E0AC-467D-BF13-7EAC5E0F1D6F}" type="presParOf" srcId="{96BB9032-C31E-4388-83EE-E8A1900EC1B3}" destId="{6295AAF2-7B1C-4C9F-B0C1-35BF9DC9255E}" srcOrd="14" destOrd="0" presId="urn:microsoft.com/office/officeart/2016/7/layout/RepeatingBendingProcessNew"/>
    <dgm:cxn modelId="{AB5692A5-6C0A-41C7-996F-F29679819BB0}" type="presParOf" srcId="{96BB9032-C31E-4388-83EE-E8A1900EC1B3}" destId="{B25A486F-B5F4-4823-821C-E79729E9724A}" srcOrd="15" destOrd="0" presId="urn:microsoft.com/office/officeart/2016/7/layout/RepeatingBendingProcessNew"/>
    <dgm:cxn modelId="{4C8D0593-7954-4579-89C4-91DF1BD4C47D}" type="presParOf" srcId="{B25A486F-B5F4-4823-821C-E79729E9724A}" destId="{B4D2DBAA-B7F5-4255-A74C-A7F60AA894F6}" srcOrd="0" destOrd="0" presId="urn:microsoft.com/office/officeart/2016/7/layout/RepeatingBendingProcessNew"/>
    <dgm:cxn modelId="{7DA54F6F-9735-4DC8-A99D-5405692904D0}" type="presParOf" srcId="{96BB9032-C31E-4388-83EE-E8A1900EC1B3}" destId="{056B98F0-CB1E-4009-B12B-BCA5528ADF51}" srcOrd="16" destOrd="0" presId="urn:microsoft.com/office/officeart/2016/7/layout/RepeatingBendingProcessNew"/>
    <dgm:cxn modelId="{CE81FF05-0B2D-4209-A89A-9E5816F1E5ED}" type="presParOf" srcId="{96BB9032-C31E-4388-83EE-E8A1900EC1B3}" destId="{E0CFBBEC-BB9E-4A31-B178-3E4DB968878A}" srcOrd="17" destOrd="0" presId="urn:microsoft.com/office/officeart/2016/7/layout/RepeatingBendingProcessNew"/>
    <dgm:cxn modelId="{63EDC270-D813-44D5-981A-F2ED51F4B4C4}" type="presParOf" srcId="{E0CFBBEC-BB9E-4A31-B178-3E4DB968878A}" destId="{DFA60AC5-81DF-45F3-8EA8-CF082C857BC9}" srcOrd="0" destOrd="0" presId="urn:microsoft.com/office/officeart/2016/7/layout/RepeatingBendingProcessNew"/>
    <dgm:cxn modelId="{14C70DDA-BE62-42E0-A9AF-28C5D597B040}" type="presParOf" srcId="{96BB9032-C31E-4388-83EE-E8A1900EC1B3}" destId="{91BF8A9E-33BB-43B5-B463-E7AB679781F3}" srcOrd="18" destOrd="0" presId="urn:microsoft.com/office/officeart/2016/7/layout/RepeatingBendingProcessNew"/>
    <dgm:cxn modelId="{CA022485-2985-4296-AE72-E335E9B8E832}" type="presParOf" srcId="{96BB9032-C31E-4388-83EE-E8A1900EC1B3}" destId="{445838D3-71E4-473D-B151-2C07F770DFCE}" srcOrd="19" destOrd="0" presId="urn:microsoft.com/office/officeart/2016/7/layout/RepeatingBendingProcessNew"/>
    <dgm:cxn modelId="{7CAAC404-DE8C-4346-B7AF-F95121F0DF2C}" type="presParOf" srcId="{445838D3-71E4-473D-B151-2C07F770DFCE}" destId="{92BFDC4A-95C5-4AF4-8310-EECF42F4F057}" srcOrd="0" destOrd="0" presId="urn:microsoft.com/office/officeart/2016/7/layout/RepeatingBendingProcessNew"/>
    <dgm:cxn modelId="{D031AA07-C000-49CE-94C8-40423B7D07D7}" type="presParOf" srcId="{96BB9032-C31E-4388-83EE-E8A1900EC1B3}" destId="{3A493D14-2551-46D5-858E-1410DB6AEA42}" srcOrd="20" destOrd="0" presId="urn:microsoft.com/office/officeart/2016/7/layout/RepeatingBendingProcessNew"/>
    <dgm:cxn modelId="{933B4F1D-7AF4-49C4-8B72-C9BAAEBE280A}" type="presParOf" srcId="{96BB9032-C31E-4388-83EE-E8A1900EC1B3}" destId="{B710A5C9-02B7-4678-B84C-7A0365DDAEA1}" srcOrd="21" destOrd="0" presId="urn:microsoft.com/office/officeart/2016/7/layout/RepeatingBendingProcessNew"/>
    <dgm:cxn modelId="{4439456D-0D08-4A60-AD44-70AB992BBD31}" type="presParOf" srcId="{B710A5C9-02B7-4678-B84C-7A0365DDAEA1}" destId="{1BBE3B4A-A0FB-4D22-9DBA-59A406FBB60D}" srcOrd="0" destOrd="0" presId="urn:microsoft.com/office/officeart/2016/7/layout/RepeatingBendingProcessNew"/>
    <dgm:cxn modelId="{404DB020-0F99-4964-8D2C-66D4E2FD8D96}" type="presParOf" srcId="{96BB9032-C31E-4388-83EE-E8A1900EC1B3}" destId="{D0BB8860-2089-4299-A020-CD8E7B867DA8}" srcOrd="22" destOrd="0" presId="urn:microsoft.com/office/officeart/2016/7/layout/RepeatingBendingProcessNew"/>
    <dgm:cxn modelId="{558BB9ED-1F96-4B88-BA6C-FE3B6B2BB1DB}" type="presParOf" srcId="{96BB9032-C31E-4388-83EE-E8A1900EC1B3}" destId="{71AE9388-531B-4201-89DE-4A1854669C2D}" srcOrd="23" destOrd="0" presId="urn:microsoft.com/office/officeart/2016/7/layout/RepeatingBendingProcessNew"/>
    <dgm:cxn modelId="{021C2D60-7FAE-4DD8-97A0-D805604B74E2}" type="presParOf" srcId="{71AE9388-531B-4201-89DE-4A1854669C2D}" destId="{35284681-ED7D-4468-9216-BBDBFF7139AB}" srcOrd="0" destOrd="0" presId="urn:microsoft.com/office/officeart/2016/7/layout/RepeatingBendingProcessNew"/>
    <dgm:cxn modelId="{6BED0E81-C5AE-495F-B19B-A8A6C5C95BCA}" type="presParOf" srcId="{96BB9032-C31E-4388-83EE-E8A1900EC1B3}" destId="{51E10C37-738F-4244-893A-DA65647E1D2F}" srcOrd="24" destOrd="0" presId="urn:microsoft.com/office/officeart/2016/7/layout/RepeatingBendingProcessNew"/>
    <dgm:cxn modelId="{62C984C1-75FD-4B34-88BF-A3EA7FB24CD7}" type="presParOf" srcId="{96BB9032-C31E-4388-83EE-E8A1900EC1B3}" destId="{617BB658-21DB-4AC1-AAAA-330997ED8D04}" srcOrd="25" destOrd="0" presId="urn:microsoft.com/office/officeart/2016/7/layout/RepeatingBendingProcessNew"/>
    <dgm:cxn modelId="{C2B218E4-32D2-47C0-BB08-04486C52C139}" type="presParOf" srcId="{617BB658-21DB-4AC1-AAAA-330997ED8D04}" destId="{FFC8B696-3619-43AD-B99A-08A0C2A97CA0}" srcOrd="0" destOrd="0" presId="urn:microsoft.com/office/officeart/2016/7/layout/RepeatingBendingProcessNew"/>
    <dgm:cxn modelId="{79CDBFE3-F221-4321-B62D-52E6654A85B4}" type="presParOf" srcId="{96BB9032-C31E-4388-83EE-E8A1900EC1B3}" destId="{F3B0770E-25BA-409E-ADCC-7B494B5449E4}" srcOrd="2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8FD16-CF68-4419-B676-B9CF08DC3D7D}">
      <dsp:nvSpPr>
        <dsp:cNvPr id="0" name=""/>
        <dsp:cNvSpPr/>
      </dsp:nvSpPr>
      <dsp:spPr>
        <a:xfrm>
          <a:off x="0" y="582"/>
          <a:ext cx="5614987" cy="13635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69C0D-DBCC-48DA-9AD1-FD99884AE7BA}">
      <dsp:nvSpPr>
        <dsp:cNvPr id="0" name=""/>
        <dsp:cNvSpPr/>
      </dsp:nvSpPr>
      <dsp:spPr>
        <a:xfrm>
          <a:off x="412475" y="307382"/>
          <a:ext cx="749956" cy="7499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7D0BC-2073-4C07-9B8B-789DF6B9B2A0}">
      <dsp:nvSpPr>
        <dsp:cNvPr id="0" name=""/>
        <dsp:cNvSpPr/>
      </dsp:nvSpPr>
      <dsp:spPr>
        <a:xfrm>
          <a:off x="1574907" y="582"/>
          <a:ext cx="4040079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Es una mejora del método de Euler simple para aproximar soluciones de una ecuación diferencial ordinaria (EDO) del tipo:</a:t>
          </a:r>
          <a:endParaRPr lang="en-US" sz="1500" kern="1200"/>
        </a:p>
      </dsp:txBody>
      <dsp:txXfrm>
        <a:off x="1574907" y="582"/>
        <a:ext cx="4040079" cy="1363556"/>
      </dsp:txXfrm>
    </dsp:sp>
    <dsp:sp modelId="{089EEEAB-142A-499A-9DC9-FB9CE9E0D253}">
      <dsp:nvSpPr>
        <dsp:cNvPr id="0" name=""/>
        <dsp:cNvSpPr/>
      </dsp:nvSpPr>
      <dsp:spPr>
        <a:xfrm>
          <a:off x="0" y="1705028"/>
          <a:ext cx="5614987" cy="13635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ABE5E-7473-4327-B5A8-DA0D8BADF046}">
      <dsp:nvSpPr>
        <dsp:cNvPr id="0" name=""/>
        <dsp:cNvSpPr/>
      </dsp:nvSpPr>
      <dsp:spPr>
        <a:xfrm>
          <a:off x="412475" y="2011828"/>
          <a:ext cx="749956" cy="7499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F476E-1B48-43F8-AE99-D8A65815915D}">
      <dsp:nvSpPr>
        <dsp:cNvPr id="0" name=""/>
        <dsp:cNvSpPr/>
      </dsp:nvSpPr>
      <dsp:spPr>
        <a:xfrm>
          <a:off x="1574907" y="1705028"/>
          <a:ext cx="4040079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𝑦 ′ = 𝑓(𝑥, 𝑦), 𝑦(𝑥0) = 𝑦0 </a:t>
          </a:r>
          <a:endParaRPr lang="en-US" sz="1500" kern="1200"/>
        </a:p>
      </dsp:txBody>
      <dsp:txXfrm>
        <a:off x="1574907" y="1705028"/>
        <a:ext cx="4040079" cy="1363556"/>
      </dsp:txXfrm>
    </dsp:sp>
    <dsp:sp modelId="{3061034A-2AC1-484B-AA85-2E55E2AE9E1C}">
      <dsp:nvSpPr>
        <dsp:cNvPr id="0" name=""/>
        <dsp:cNvSpPr/>
      </dsp:nvSpPr>
      <dsp:spPr>
        <a:xfrm>
          <a:off x="0" y="3409473"/>
          <a:ext cx="5614987" cy="13635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3673A-EB3C-4E20-9670-5992390A5B6E}">
      <dsp:nvSpPr>
        <dsp:cNvPr id="0" name=""/>
        <dsp:cNvSpPr/>
      </dsp:nvSpPr>
      <dsp:spPr>
        <a:xfrm>
          <a:off x="412475" y="3716274"/>
          <a:ext cx="749956" cy="7499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91274-5DA7-4BB9-AD54-C970327DEF24}">
      <dsp:nvSpPr>
        <dsp:cNvPr id="0" name=""/>
        <dsp:cNvSpPr/>
      </dsp:nvSpPr>
      <dsp:spPr>
        <a:xfrm>
          <a:off x="1574907" y="3409473"/>
          <a:ext cx="4040079" cy="1363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310" tIns="144310" rIns="144310" bIns="14431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/>
            <a:t>El método corrige el valor calculado por Euler promediando la pendiente inicial y la final del intervalo, logrando una aproximación más precisa y estable. </a:t>
          </a:r>
          <a:endParaRPr lang="en-US" sz="1500" kern="1200"/>
        </a:p>
      </dsp:txBody>
      <dsp:txXfrm>
        <a:off x="1574907" y="3409473"/>
        <a:ext cx="4040079" cy="1363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29CC7-3FFE-4CD9-88DF-AD8D9DE3B735}">
      <dsp:nvSpPr>
        <dsp:cNvPr id="0" name=""/>
        <dsp:cNvSpPr/>
      </dsp:nvSpPr>
      <dsp:spPr>
        <a:xfrm>
          <a:off x="0" y="109086"/>
          <a:ext cx="5614987" cy="716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1. Calcula un valor provisional como Euler normal:</a:t>
          </a:r>
        </a:p>
      </dsp:txBody>
      <dsp:txXfrm>
        <a:off x="34954" y="144040"/>
        <a:ext cx="5545079" cy="646132"/>
      </dsp:txXfrm>
    </dsp:sp>
    <dsp:sp modelId="{8A204F0F-F7B4-44A6-B1EF-0094AEC33D8A}">
      <dsp:nvSpPr>
        <dsp:cNvPr id="0" name=""/>
        <dsp:cNvSpPr/>
      </dsp:nvSpPr>
      <dsp:spPr>
        <a:xfrm>
          <a:off x="0" y="876966"/>
          <a:ext cx="5614987" cy="716040"/>
        </a:xfrm>
        <a:prstGeom prst="roundRect">
          <a:avLst/>
        </a:prstGeom>
        <a:solidFill>
          <a:schemeClr val="accent2">
            <a:hueOff val="270963"/>
            <a:satOff val="-1326"/>
            <a:lumOff val="74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𝑦pred = 𝑦𝑛 + ℎ 𝑓(𝑥𝑛, 𝑦𝑛) </a:t>
          </a:r>
        </a:p>
      </dsp:txBody>
      <dsp:txXfrm>
        <a:off x="34954" y="911920"/>
        <a:ext cx="5545079" cy="646132"/>
      </dsp:txXfrm>
    </dsp:sp>
    <dsp:sp modelId="{8271D125-3861-48A3-97D1-1F25F04C5957}">
      <dsp:nvSpPr>
        <dsp:cNvPr id="0" name=""/>
        <dsp:cNvSpPr/>
      </dsp:nvSpPr>
      <dsp:spPr>
        <a:xfrm>
          <a:off x="0" y="1644846"/>
          <a:ext cx="5614987" cy="716040"/>
        </a:xfrm>
        <a:prstGeom prst="roundRect">
          <a:avLst/>
        </a:prstGeom>
        <a:solidFill>
          <a:schemeClr val="accent2">
            <a:hueOff val="541926"/>
            <a:satOff val="-2653"/>
            <a:lumOff val="149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2. Calcula la pendiente en ese punto provisional: </a:t>
          </a:r>
        </a:p>
      </dsp:txBody>
      <dsp:txXfrm>
        <a:off x="34954" y="1679800"/>
        <a:ext cx="5545079" cy="646132"/>
      </dsp:txXfrm>
    </dsp:sp>
    <dsp:sp modelId="{6B96C94B-7DD3-411B-B539-1D9E2F196E19}">
      <dsp:nvSpPr>
        <dsp:cNvPr id="0" name=""/>
        <dsp:cNvSpPr/>
      </dsp:nvSpPr>
      <dsp:spPr>
        <a:xfrm>
          <a:off x="0" y="2412726"/>
          <a:ext cx="5614987" cy="716040"/>
        </a:xfrm>
        <a:prstGeom prst="roundRect">
          <a:avLst/>
        </a:prstGeom>
        <a:solidFill>
          <a:schemeClr val="accent2">
            <a:hueOff val="812888"/>
            <a:satOff val="-3979"/>
            <a:lumOff val="2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𝑓pred = 𝑓(𝑥𝑛 + ℎ, 𝑦pred) </a:t>
          </a:r>
        </a:p>
      </dsp:txBody>
      <dsp:txXfrm>
        <a:off x="34954" y="2447680"/>
        <a:ext cx="5545079" cy="646132"/>
      </dsp:txXfrm>
    </dsp:sp>
    <dsp:sp modelId="{B6CFE44D-AA2F-4856-B144-992454712880}">
      <dsp:nvSpPr>
        <dsp:cNvPr id="0" name=""/>
        <dsp:cNvSpPr/>
      </dsp:nvSpPr>
      <dsp:spPr>
        <a:xfrm>
          <a:off x="0" y="3180606"/>
          <a:ext cx="5614987" cy="716040"/>
        </a:xfrm>
        <a:prstGeom prst="roundRect">
          <a:avLst/>
        </a:prstGeom>
        <a:solidFill>
          <a:schemeClr val="accent2">
            <a:hueOff val="1083851"/>
            <a:satOff val="-5306"/>
            <a:lumOff val="298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3. Promedia las dos pendientes: </a:t>
          </a:r>
        </a:p>
      </dsp:txBody>
      <dsp:txXfrm>
        <a:off x="34954" y="3215560"/>
        <a:ext cx="5545079" cy="646132"/>
      </dsp:txXfrm>
    </dsp:sp>
    <dsp:sp modelId="{F0D9AFC5-AA19-4F25-B6E0-F5D53A7FC6A4}">
      <dsp:nvSpPr>
        <dsp:cNvPr id="0" name=""/>
        <dsp:cNvSpPr/>
      </dsp:nvSpPr>
      <dsp:spPr>
        <a:xfrm>
          <a:off x="0" y="3948486"/>
          <a:ext cx="5614987" cy="716040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𝑦𝑛+1 = 𝑦𝑛 + ℎ 2 [𝑓(𝑥𝑛, 𝑦𝑛) + 𝑓pred]</a:t>
          </a:r>
        </a:p>
      </dsp:txBody>
      <dsp:txXfrm>
        <a:off x="34954" y="3983440"/>
        <a:ext cx="5545079" cy="6461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0EE5DA-61B6-42FA-89E5-CA525BEFF496}">
      <dsp:nvSpPr>
        <dsp:cNvPr id="0" name=""/>
        <dsp:cNvSpPr/>
      </dsp:nvSpPr>
      <dsp:spPr>
        <a:xfrm>
          <a:off x="0" y="20990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import tkinter as tk</a:t>
          </a:r>
        </a:p>
      </dsp:txBody>
      <dsp:txXfrm>
        <a:off x="15221" y="36211"/>
        <a:ext cx="8916099" cy="281363"/>
      </dsp:txXfrm>
    </dsp:sp>
    <dsp:sp modelId="{B623D17F-7AA6-4C0B-AE07-20198AF19550}">
      <dsp:nvSpPr>
        <dsp:cNvPr id="0" name=""/>
        <dsp:cNvSpPr/>
      </dsp:nvSpPr>
      <dsp:spPr>
        <a:xfrm>
          <a:off x="0" y="370235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from tkinter import ttk, messagebox</a:t>
          </a:r>
        </a:p>
      </dsp:txBody>
      <dsp:txXfrm>
        <a:off x="15221" y="385456"/>
        <a:ext cx="8916099" cy="281363"/>
      </dsp:txXfrm>
    </dsp:sp>
    <dsp:sp modelId="{AEE50ECB-6559-426A-8F6C-DF1D4448CBD1}">
      <dsp:nvSpPr>
        <dsp:cNvPr id="0" name=""/>
        <dsp:cNvSpPr/>
      </dsp:nvSpPr>
      <dsp:spPr>
        <a:xfrm>
          <a:off x="0" y="719480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import numpy as np</a:t>
          </a:r>
        </a:p>
      </dsp:txBody>
      <dsp:txXfrm>
        <a:off x="15221" y="734701"/>
        <a:ext cx="8916099" cy="281363"/>
      </dsp:txXfrm>
    </dsp:sp>
    <dsp:sp modelId="{9A84414D-CBDE-4438-AD4A-77718AD667A9}">
      <dsp:nvSpPr>
        <dsp:cNvPr id="0" name=""/>
        <dsp:cNvSpPr/>
      </dsp:nvSpPr>
      <dsp:spPr>
        <a:xfrm>
          <a:off x="0" y="1068725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import matplotlib.pyplot as plt</a:t>
          </a:r>
        </a:p>
      </dsp:txBody>
      <dsp:txXfrm>
        <a:off x="15221" y="1083946"/>
        <a:ext cx="8916099" cy="281363"/>
      </dsp:txXfrm>
    </dsp:sp>
    <dsp:sp modelId="{01C7C717-897C-4C1B-8060-3FF94FCA7456}">
      <dsp:nvSpPr>
        <dsp:cNvPr id="0" name=""/>
        <dsp:cNvSpPr/>
      </dsp:nvSpPr>
      <dsp:spPr>
        <a:xfrm>
          <a:off x="0" y="1417970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from matplotlib.backends.backend_tkagg import FigureCanvasTkAgg</a:t>
          </a:r>
        </a:p>
      </dsp:txBody>
      <dsp:txXfrm>
        <a:off x="15221" y="1433191"/>
        <a:ext cx="8916099" cy="281363"/>
      </dsp:txXfrm>
    </dsp:sp>
    <dsp:sp modelId="{CFC3329F-97DC-4DEC-A2BF-00DA8ADA56C2}">
      <dsp:nvSpPr>
        <dsp:cNvPr id="0" name=""/>
        <dsp:cNvSpPr/>
      </dsp:nvSpPr>
      <dsp:spPr>
        <a:xfrm>
          <a:off x="0" y="1767215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¿Qué hace cada una?</a:t>
          </a:r>
          <a:endParaRPr lang="en-US" sz="1300" kern="1200"/>
        </a:p>
      </dsp:txBody>
      <dsp:txXfrm>
        <a:off x="15221" y="1782436"/>
        <a:ext cx="8916099" cy="281363"/>
      </dsp:txXfrm>
    </dsp:sp>
    <dsp:sp modelId="{2F4AFC15-2090-40CB-95B6-13DCDD7ADC55}">
      <dsp:nvSpPr>
        <dsp:cNvPr id="0" name=""/>
        <dsp:cNvSpPr/>
      </dsp:nvSpPr>
      <dsp:spPr>
        <a:xfrm>
          <a:off x="0" y="2116460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tkinter</a:t>
          </a:r>
          <a:r>
            <a:rPr lang="en-US" sz="1300" kern="1200"/>
            <a:t> → crea la ventana y todos los elementos gráficos.</a:t>
          </a:r>
        </a:p>
      </dsp:txBody>
      <dsp:txXfrm>
        <a:off x="15221" y="2131681"/>
        <a:ext cx="8916099" cy="281363"/>
      </dsp:txXfrm>
    </dsp:sp>
    <dsp:sp modelId="{CFF3ED96-DC95-4211-94C5-F3C4CB96C9B7}">
      <dsp:nvSpPr>
        <dsp:cNvPr id="0" name=""/>
        <dsp:cNvSpPr/>
      </dsp:nvSpPr>
      <dsp:spPr>
        <a:xfrm>
          <a:off x="0" y="2465705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ttk</a:t>
          </a:r>
          <a:r>
            <a:rPr lang="en-US" sz="1300" kern="1200"/>
            <a:t> → widgets modernos (botones, labels, tablas).</a:t>
          </a:r>
        </a:p>
      </dsp:txBody>
      <dsp:txXfrm>
        <a:off x="15221" y="2480926"/>
        <a:ext cx="8916099" cy="281363"/>
      </dsp:txXfrm>
    </dsp:sp>
    <dsp:sp modelId="{2D8A0EFF-5444-435F-914D-D5C6DEBDE632}">
      <dsp:nvSpPr>
        <dsp:cNvPr id="0" name=""/>
        <dsp:cNvSpPr/>
      </dsp:nvSpPr>
      <dsp:spPr>
        <a:xfrm>
          <a:off x="0" y="2814950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messagebox</a:t>
          </a:r>
          <a:r>
            <a:rPr lang="en-US" sz="1300" kern="1200"/>
            <a:t> → para mostrar mensajes de error.</a:t>
          </a:r>
        </a:p>
      </dsp:txBody>
      <dsp:txXfrm>
        <a:off x="15221" y="2830171"/>
        <a:ext cx="8916099" cy="281363"/>
      </dsp:txXfrm>
    </dsp:sp>
    <dsp:sp modelId="{0CFA91A7-4E5F-4D36-8756-F58CD8365C6A}">
      <dsp:nvSpPr>
        <dsp:cNvPr id="0" name=""/>
        <dsp:cNvSpPr/>
      </dsp:nvSpPr>
      <dsp:spPr>
        <a:xfrm>
          <a:off x="0" y="3164195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numpy</a:t>
          </a:r>
          <a:r>
            <a:rPr lang="en-US" sz="1300" kern="1200"/>
            <a:t> → funciones matemáticas (sin, cos, exp, etc).</a:t>
          </a:r>
        </a:p>
      </dsp:txBody>
      <dsp:txXfrm>
        <a:off x="15221" y="3179416"/>
        <a:ext cx="8916099" cy="281363"/>
      </dsp:txXfrm>
    </dsp:sp>
    <dsp:sp modelId="{82272380-26CD-48A5-A880-EBC7439808DB}">
      <dsp:nvSpPr>
        <dsp:cNvPr id="0" name=""/>
        <dsp:cNvSpPr/>
      </dsp:nvSpPr>
      <dsp:spPr>
        <a:xfrm>
          <a:off x="0" y="3513440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matplotlib</a:t>
          </a:r>
          <a:r>
            <a:rPr lang="en-US" sz="1300" kern="1200"/>
            <a:t> → para graficar los resultados.</a:t>
          </a:r>
        </a:p>
      </dsp:txBody>
      <dsp:txXfrm>
        <a:off x="15221" y="3528661"/>
        <a:ext cx="8916099" cy="281363"/>
      </dsp:txXfrm>
    </dsp:sp>
    <dsp:sp modelId="{859A4207-CB57-4B5A-AF4A-696A0139ED81}">
      <dsp:nvSpPr>
        <dsp:cNvPr id="0" name=""/>
        <dsp:cNvSpPr/>
      </dsp:nvSpPr>
      <dsp:spPr>
        <a:xfrm>
          <a:off x="0" y="3862685"/>
          <a:ext cx="8946541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FigureCanvasTkAgg</a:t>
          </a:r>
          <a:r>
            <a:rPr lang="en-US" sz="1300" kern="1200"/>
            <a:t> → integra la gráfica dentro de Tkinter.</a:t>
          </a:r>
        </a:p>
      </dsp:txBody>
      <dsp:txXfrm>
        <a:off x="15221" y="3877906"/>
        <a:ext cx="8916099" cy="28136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B8449-79D8-4A44-8A36-885FEA443F03}">
      <dsp:nvSpPr>
        <dsp:cNvPr id="0" name=""/>
        <dsp:cNvSpPr/>
      </dsp:nvSpPr>
      <dsp:spPr>
        <a:xfrm>
          <a:off x="0" y="91311"/>
          <a:ext cx="5614987" cy="6955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1" i="0" kern="1200"/>
            <a:t>10. Inicialización del método</a:t>
          </a:r>
          <a:endParaRPr lang="en-US" sz="2900" kern="1200"/>
        </a:p>
      </dsp:txBody>
      <dsp:txXfrm>
        <a:off x="33955" y="125266"/>
        <a:ext cx="5547077" cy="627655"/>
      </dsp:txXfrm>
    </dsp:sp>
    <dsp:sp modelId="{EEE87F2F-7072-4254-84D2-FF103B5FBD1C}">
      <dsp:nvSpPr>
        <dsp:cNvPr id="0" name=""/>
        <dsp:cNvSpPr/>
      </dsp:nvSpPr>
      <dsp:spPr>
        <a:xfrm>
          <a:off x="0" y="870396"/>
          <a:ext cx="5614987" cy="695565"/>
        </a:xfrm>
        <a:prstGeom prst="round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i="0" kern="1200"/>
            <a:t>ts = [t0]</a:t>
          </a:r>
          <a:endParaRPr lang="en-US" sz="2900" kern="1200"/>
        </a:p>
      </dsp:txBody>
      <dsp:txXfrm>
        <a:off x="33955" y="904351"/>
        <a:ext cx="5547077" cy="627655"/>
      </dsp:txXfrm>
    </dsp:sp>
    <dsp:sp modelId="{6E4D5163-0F8A-48C4-ABE2-8E21F80FF74C}">
      <dsp:nvSpPr>
        <dsp:cNvPr id="0" name=""/>
        <dsp:cNvSpPr/>
      </dsp:nvSpPr>
      <dsp:spPr>
        <a:xfrm>
          <a:off x="0" y="1649481"/>
          <a:ext cx="5614987" cy="695565"/>
        </a:xfrm>
        <a:prstGeom prst="round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i="0" kern="1200"/>
            <a:t>xs = [x0]</a:t>
          </a:r>
          <a:endParaRPr lang="en-US" sz="2900" kern="1200"/>
        </a:p>
      </dsp:txBody>
      <dsp:txXfrm>
        <a:off x="33955" y="1683436"/>
        <a:ext cx="5547077" cy="627655"/>
      </dsp:txXfrm>
    </dsp:sp>
    <dsp:sp modelId="{76CC9A19-E667-4F3E-9270-48992A74749A}">
      <dsp:nvSpPr>
        <dsp:cNvPr id="0" name=""/>
        <dsp:cNvSpPr/>
      </dsp:nvSpPr>
      <dsp:spPr>
        <a:xfrm>
          <a:off x="0" y="2428566"/>
          <a:ext cx="5614987" cy="695565"/>
        </a:xfrm>
        <a:prstGeom prst="round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i="0" kern="1200"/>
            <a:t>t = t0</a:t>
          </a:r>
          <a:endParaRPr lang="en-US" sz="2900" kern="1200"/>
        </a:p>
      </dsp:txBody>
      <dsp:txXfrm>
        <a:off x="33955" y="2462521"/>
        <a:ext cx="5547077" cy="627655"/>
      </dsp:txXfrm>
    </dsp:sp>
    <dsp:sp modelId="{95712495-2C7D-41E9-AE53-EA30C5353658}">
      <dsp:nvSpPr>
        <dsp:cNvPr id="0" name=""/>
        <dsp:cNvSpPr/>
      </dsp:nvSpPr>
      <dsp:spPr>
        <a:xfrm>
          <a:off x="0" y="3207651"/>
          <a:ext cx="5614987" cy="695565"/>
        </a:xfrm>
        <a:prstGeom prst="round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i="0" kern="1200"/>
            <a:t>x = x0</a:t>
          </a:r>
          <a:endParaRPr lang="en-US" sz="2900" kern="1200"/>
        </a:p>
      </dsp:txBody>
      <dsp:txXfrm>
        <a:off x="33955" y="3241606"/>
        <a:ext cx="5547077" cy="627655"/>
      </dsp:txXfrm>
    </dsp:sp>
    <dsp:sp modelId="{D86C40D8-0652-41D0-97A4-10DABD8EA330}">
      <dsp:nvSpPr>
        <dsp:cNvPr id="0" name=""/>
        <dsp:cNvSpPr/>
      </dsp:nvSpPr>
      <dsp:spPr>
        <a:xfrm>
          <a:off x="0" y="3986736"/>
          <a:ext cx="5614987" cy="695565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b="0" i="0" kern="1200"/>
            <a:t>n = 0</a:t>
          </a:r>
          <a:endParaRPr lang="en-US" sz="2900" kern="1200"/>
        </a:p>
      </dsp:txBody>
      <dsp:txXfrm>
        <a:off x="33955" y="4020691"/>
        <a:ext cx="5547077" cy="6276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437B0-C728-4759-BB3C-A1FF2E4DD48F}">
      <dsp:nvSpPr>
        <dsp:cNvPr id="0" name=""/>
        <dsp:cNvSpPr/>
      </dsp:nvSpPr>
      <dsp:spPr>
        <a:xfrm>
          <a:off x="1516147" y="800531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5576" y="844515"/>
        <a:ext cx="17339" cy="3471"/>
      </dsp:txXfrm>
    </dsp:sp>
    <dsp:sp modelId="{5CCEBEFB-FA41-41B7-AB0D-72406D0C6CB7}">
      <dsp:nvSpPr>
        <dsp:cNvPr id="0" name=""/>
        <dsp:cNvSpPr/>
      </dsp:nvSpPr>
      <dsp:spPr>
        <a:xfrm>
          <a:off x="10129" y="393906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Bucle del método de Euler Mejorado</a:t>
          </a:r>
          <a:endParaRPr lang="en-US" sz="1200" kern="1200"/>
        </a:p>
      </dsp:txBody>
      <dsp:txXfrm>
        <a:off x="10129" y="393906"/>
        <a:ext cx="1507818" cy="904690"/>
      </dsp:txXfrm>
    </dsp:sp>
    <dsp:sp modelId="{1B52FC52-DC6B-4213-900C-D57969EF2E63}">
      <dsp:nvSpPr>
        <dsp:cNvPr id="0" name=""/>
        <dsp:cNvSpPr/>
      </dsp:nvSpPr>
      <dsp:spPr>
        <a:xfrm>
          <a:off x="3370763" y="800531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0192" y="844515"/>
        <a:ext cx="17339" cy="3471"/>
      </dsp:txXfrm>
    </dsp:sp>
    <dsp:sp modelId="{080AFDCA-093D-4503-8C3B-38B0FF492C79}">
      <dsp:nvSpPr>
        <dsp:cNvPr id="0" name=""/>
        <dsp:cNvSpPr/>
      </dsp:nvSpPr>
      <dsp:spPr>
        <a:xfrm>
          <a:off x="1864745" y="393906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while t &lt; tf - 1e-9:</a:t>
          </a:r>
        </a:p>
      </dsp:txBody>
      <dsp:txXfrm>
        <a:off x="1864745" y="393906"/>
        <a:ext cx="1507818" cy="904690"/>
      </dsp:txXfrm>
    </dsp:sp>
    <dsp:sp modelId="{2E4AC4B0-ECE2-4C01-A439-3B363347A359}">
      <dsp:nvSpPr>
        <dsp:cNvPr id="0" name=""/>
        <dsp:cNvSpPr/>
      </dsp:nvSpPr>
      <dsp:spPr>
        <a:xfrm>
          <a:off x="5225379" y="800531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4808" y="844515"/>
        <a:ext cx="17339" cy="3471"/>
      </dsp:txXfrm>
    </dsp:sp>
    <dsp:sp modelId="{AEF001B9-9D00-436B-8D2B-306299A93EFA}">
      <dsp:nvSpPr>
        <dsp:cNvPr id="0" name=""/>
        <dsp:cNvSpPr/>
      </dsp:nvSpPr>
      <dsp:spPr>
        <a:xfrm>
          <a:off x="3719361" y="393906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Paso 1: Pendiente inicial</a:t>
          </a:r>
          <a:endParaRPr lang="en-US" sz="1200" kern="1200"/>
        </a:p>
      </dsp:txBody>
      <dsp:txXfrm>
        <a:off x="3719361" y="393906"/>
        <a:ext cx="1507818" cy="904690"/>
      </dsp:txXfrm>
    </dsp:sp>
    <dsp:sp modelId="{1EBA5C26-B5CE-4D57-9B33-1AE473E81E41}">
      <dsp:nvSpPr>
        <dsp:cNvPr id="0" name=""/>
        <dsp:cNvSpPr/>
      </dsp:nvSpPr>
      <dsp:spPr>
        <a:xfrm>
          <a:off x="7079995" y="800531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29424" y="844515"/>
        <a:ext cx="17339" cy="3471"/>
      </dsp:txXfrm>
    </dsp:sp>
    <dsp:sp modelId="{71380202-E87A-41A0-BB47-FA05A7E15978}">
      <dsp:nvSpPr>
        <dsp:cNvPr id="0" name=""/>
        <dsp:cNvSpPr/>
      </dsp:nvSpPr>
      <dsp:spPr>
        <a:xfrm>
          <a:off x="5573977" y="393906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k1 = self.evaluar_funcion(f_str, t, x)</a:t>
          </a:r>
        </a:p>
      </dsp:txBody>
      <dsp:txXfrm>
        <a:off x="5573977" y="393906"/>
        <a:ext cx="1507818" cy="904690"/>
      </dsp:txXfrm>
    </dsp:sp>
    <dsp:sp modelId="{E59E97ED-7C96-4CB7-88B7-4D33DD334371}">
      <dsp:nvSpPr>
        <dsp:cNvPr id="0" name=""/>
        <dsp:cNvSpPr/>
      </dsp:nvSpPr>
      <dsp:spPr>
        <a:xfrm>
          <a:off x="764038" y="1296796"/>
          <a:ext cx="7418464" cy="316198"/>
        </a:xfrm>
        <a:custGeom>
          <a:avLst/>
          <a:gdLst/>
          <a:ahLst/>
          <a:cxnLst/>
          <a:rect l="0" t="0" r="0" b="0"/>
          <a:pathLst>
            <a:path>
              <a:moveTo>
                <a:pt x="7418464" y="0"/>
              </a:moveTo>
              <a:lnTo>
                <a:pt x="7418464" y="175199"/>
              </a:lnTo>
              <a:lnTo>
                <a:pt x="0" y="175199"/>
              </a:lnTo>
              <a:lnTo>
                <a:pt x="0" y="316198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87606" y="1453160"/>
        <a:ext cx="371328" cy="3471"/>
      </dsp:txXfrm>
    </dsp:sp>
    <dsp:sp modelId="{16C68CFD-ABA0-4230-92E0-F92C572114EE}">
      <dsp:nvSpPr>
        <dsp:cNvPr id="0" name=""/>
        <dsp:cNvSpPr/>
      </dsp:nvSpPr>
      <dsp:spPr>
        <a:xfrm>
          <a:off x="7428593" y="393906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Paso 2: Predicción (Euler simple)</a:t>
          </a:r>
          <a:endParaRPr lang="en-US" sz="1200" kern="1200"/>
        </a:p>
      </dsp:txBody>
      <dsp:txXfrm>
        <a:off x="7428593" y="393906"/>
        <a:ext cx="1507818" cy="904690"/>
      </dsp:txXfrm>
    </dsp:sp>
    <dsp:sp modelId="{E75FB958-5C28-4D8A-A052-40B27EC592CA}">
      <dsp:nvSpPr>
        <dsp:cNvPr id="0" name=""/>
        <dsp:cNvSpPr/>
      </dsp:nvSpPr>
      <dsp:spPr>
        <a:xfrm>
          <a:off x="1516147" y="2052020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5576" y="2096004"/>
        <a:ext cx="17339" cy="3471"/>
      </dsp:txXfrm>
    </dsp:sp>
    <dsp:sp modelId="{312DB3D9-1307-4BF1-BF4B-2A49804E107F}">
      <dsp:nvSpPr>
        <dsp:cNvPr id="0" name=""/>
        <dsp:cNvSpPr/>
      </dsp:nvSpPr>
      <dsp:spPr>
        <a:xfrm>
          <a:off x="10129" y="1645395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x_star = x + h * k1</a:t>
          </a:r>
        </a:p>
      </dsp:txBody>
      <dsp:txXfrm>
        <a:off x="10129" y="1645395"/>
        <a:ext cx="1507818" cy="904690"/>
      </dsp:txXfrm>
    </dsp:sp>
    <dsp:sp modelId="{AB059FE4-F24C-4E3D-A842-BE3D95D38B7E}">
      <dsp:nvSpPr>
        <dsp:cNvPr id="0" name=""/>
        <dsp:cNvSpPr/>
      </dsp:nvSpPr>
      <dsp:spPr>
        <a:xfrm>
          <a:off x="3370763" y="2052020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0192" y="2096004"/>
        <a:ext cx="17339" cy="3471"/>
      </dsp:txXfrm>
    </dsp:sp>
    <dsp:sp modelId="{2E4DC2A0-1858-4ED6-95C0-AE6ACBF329FF}">
      <dsp:nvSpPr>
        <dsp:cNvPr id="0" name=""/>
        <dsp:cNvSpPr/>
      </dsp:nvSpPr>
      <dsp:spPr>
        <a:xfrm>
          <a:off x="1864745" y="1645395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Paso 3: Tiempo siguiente</a:t>
          </a:r>
          <a:endParaRPr lang="en-US" sz="1200" kern="1200"/>
        </a:p>
      </dsp:txBody>
      <dsp:txXfrm>
        <a:off x="1864745" y="1645395"/>
        <a:ext cx="1507818" cy="904690"/>
      </dsp:txXfrm>
    </dsp:sp>
    <dsp:sp modelId="{B25A486F-B5F4-4823-821C-E79729E9724A}">
      <dsp:nvSpPr>
        <dsp:cNvPr id="0" name=""/>
        <dsp:cNvSpPr/>
      </dsp:nvSpPr>
      <dsp:spPr>
        <a:xfrm>
          <a:off x="5225379" y="2052020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4808" y="2096004"/>
        <a:ext cx="17339" cy="3471"/>
      </dsp:txXfrm>
    </dsp:sp>
    <dsp:sp modelId="{6295AAF2-7B1C-4C9F-B0C1-35BF9DC9255E}">
      <dsp:nvSpPr>
        <dsp:cNvPr id="0" name=""/>
        <dsp:cNvSpPr/>
      </dsp:nvSpPr>
      <dsp:spPr>
        <a:xfrm>
          <a:off x="3719361" y="1645395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t_next = t + h</a:t>
          </a:r>
        </a:p>
      </dsp:txBody>
      <dsp:txXfrm>
        <a:off x="3719361" y="1645395"/>
        <a:ext cx="1507818" cy="904690"/>
      </dsp:txXfrm>
    </dsp:sp>
    <dsp:sp modelId="{E0CFBBEC-BB9E-4A31-B178-3E4DB968878A}">
      <dsp:nvSpPr>
        <dsp:cNvPr id="0" name=""/>
        <dsp:cNvSpPr/>
      </dsp:nvSpPr>
      <dsp:spPr>
        <a:xfrm>
          <a:off x="7079995" y="2052020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29424" y="2096004"/>
        <a:ext cx="17339" cy="3471"/>
      </dsp:txXfrm>
    </dsp:sp>
    <dsp:sp modelId="{056B98F0-CB1E-4009-B12B-BCA5528ADF51}">
      <dsp:nvSpPr>
        <dsp:cNvPr id="0" name=""/>
        <dsp:cNvSpPr/>
      </dsp:nvSpPr>
      <dsp:spPr>
        <a:xfrm>
          <a:off x="5573977" y="1645395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Paso 4: Pendiente corregida</a:t>
          </a:r>
          <a:endParaRPr lang="en-US" sz="1200" kern="1200"/>
        </a:p>
      </dsp:txBody>
      <dsp:txXfrm>
        <a:off x="5573977" y="1645395"/>
        <a:ext cx="1507818" cy="904690"/>
      </dsp:txXfrm>
    </dsp:sp>
    <dsp:sp modelId="{445838D3-71E4-473D-B151-2C07F770DFCE}">
      <dsp:nvSpPr>
        <dsp:cNvPr id="0" name=""/>
        <dsp:cNvSpPr/>
      </dsp:nvSpPr>
      <dsp:spPr>
        <a:xfrm>
          <a:off x="764038" y="2548285"/>
          <a:ext cx="7418464" cy="316198"/>
        </a:xfrm>
        <a:custGeom>
          <a:avLst/>
          <a:gdLst/>
          <a:ahLst/>
          <a:cxnLst/>
          <a:rect l="0" t="0" r="0" b="0"/>
          <a:pathLst>
            <a:path>
              <a:moveTo>
                <a:pt x="7418464" y="0"/>
              </a:moveTo>
              <a:lnTo>
                <a:pt x="7418464" y="175199"/>
              </a:lnTo>
              <a:lnTo>
                <a:pt x="0" y="175199"/>
              </a:lnTo>
              <a:lnTo>
                <a:pt x="0" y="316198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87606" y="2704649"/>
        <a:ext cx="371328" cy="3471"/>
      </dsp:txXfrm>
    </dsp:sp>
    <dsp:sp modelId="{91BF8A9E-33BB-43B5-B463-E7AB679781F3}">
      <dsp:nvSpPr>
        <dsp:cNvPr id="0" name=""/>
        <dsp:cNvSpPr/>
      </dsp:nvSpPr>
      <dsp:spPr>
        <a:xfrm>
          <a:off x="7428593" y="1645395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k2 = self.evaluar_funcion(f_str, t_next, x_star)</a:t>
          </a:r>
        </a:p>
      </dsp:txBody>
      <dsp:txXfrm>
        <a:off x="7428593" y="1645395"/>
        <a:ext cx="1507818" cy="904690"/>
      </dsp:txXfrm>
    </dsp:sp>
    <dsp:sp modelId="{B710A5C9-02B7-4678-B84C-7A0365DDAEA1}">
      <dsp:nvSpPr>
        <dsp:cNvPr id="0" name=""/>
        <dsp:cNvSpPr/>
      </dsp:nvSpPr>
      <dsp:spPr>
        <a:xfrm>
          <a:off x="1516147" y="3303509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5576" y="3347493"/>
        <a:ext cx="17339" cy="3471"/>
      </dsp:txXfrm>
    </dsp:sp>
    <dsp:sp modelId="{3A493D14-2551-46D5-858E-1410DB6AEA42}">
      <dsp:nvSpPr>
        <dsp:cNvPr id="0" name=""/>
        <dsp:cNvSpPr/>
      </dsp:nvSpPr>
      <dsp:spPr>
        <a:xfrm>
          <a:off x="10129" y="2896884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Paso 5: Corrección</a:t>
          </a:r>
          <a:endParaRPr lang="en-US" sz="1200" kern="1200"/>
        </a:p>
      </dsp:txBody>
      <dsp:txXfrm>
        <a:off x="10129" y="2896884"/>
        <a:ext cx="1507818" cy="904690"/>
      </dsp:txXfrm>
    </dsp:sp>
    <dsp:sp modelId="{71AE9388-531B-4201-89DE-4A1854669C2D}">
      <dsp:nvSpPr>
        <dsp:cNvPr id="0" name=""/>
        <dsp:cNvSpPr/>
      </dsp:nvSpPr>
      <dsp:spPr>
        <a:xfrm>
          <a:off x="3370763" y="3303509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20192" y="3347493"/>
        <a:ext cx="17339" cy="3471"/>
      </dsp:txXfrm>
    </dsp:sp>
    <dsp:sp modelId="{D0BB8860-2089-4299-A020-CD8E7B867DA8}">
      <dsp:nvSpPr>
        <dsp:cNvPr id="0" name=""/>
        <dsp:cNvSpPr/>
      </dsp:nvSpPr>
      <dsp:spPr>
        <a:xfrm>
          <a:off x="1864745" y="2896884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pendiente_promedio = (k1 + k2) / 2</a:t>
          </a:r>
        </a:p>
      </dsp:txBody>
      <dsp:txXfrm>
        <a:off x="1864745" y="2896884"/>
        <a:ext cx="1507818" cy="904690"/>
      </dsp:txXfrm>
    </dsp:sp>
    <dsp:sp modelId="{617BB658-21DB-4AC1-AAAA-330997ED8D04}">
      <dsp:nvSpPr>
        <dsp:cNvPr id="0" name=""/>
        <dsp:cNvSpPr/>
      </dsp:nvSpPr>
      <dsp:spPr>
        <a:xfrm>
          <a:off x="5225379" y="3303509"/>
          <a:ext cx="316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619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74808" y="3347493"/>
        <a:ext cx="17339" cy="3471"/>
      </dsp:txXfrm>
    </dsp:sp>
    <dsp:sp modelId="{51E10C37-738F-4244-893A-DA65647E1D2F}">
      <dsp:nvSpPr>
        <dsp:cNvPr id="0" name=""/>
        <dsp:cNvSpPr/>
      </dsp:nvSpPr>
      <dsp:spPr>
        <a:xfrm>
          <a:off x="3719361" y="2896884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x_next = x + h * pendiente_promedio</a:t>
          </a:r>
        </a:p>
      </dsp:txBody>
      <dsp:txXfrm>
        <a:off x="3719361" y="2896884"/>
        <a:ext cx="1507818" cy="904690"/>
      </dsp:txXfrm>
    </dsp:sp>
    <dsp:sp modelId="{F3B0770E-25BA-409E-ADCC-7B494B5449E4}">
      <dsp:nvSpPr>
        <dsp:cNvPr id="0" name=""/>
        <dsp:cNvSpPr/>
      </dsp:nvSpPr>
      <dsp:spPr>
        <a:xfrm>
          <a:off x="5573977" y="2896884"/>
          <a:ext cx="1507818" cy="9046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4" tIns="77555" rIns="73884" bIns="775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Este es </a:t>
          </a:r>
          <a:r>
            <a:rPr lang="en-US" sz="1200" b="1" kern="1200"/>
            <a:t>el corazón del método de Heun</a:t>
          </a:r>
          <a:r>
            <a:rPr lang="en-US" sz="1200" kern="1200"/>
            <a:t>.</a:t>
          </a:r>
        </a:p>
      </dsp:txBody>
      <dsp:txXfrm>
        <a:off x="5573977" y="2896884"/>
        <a:ext cx="1507818" cy="904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5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0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7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2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6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1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5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44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1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35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71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3931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587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47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47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904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4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9B0CFB8-9B29-4693-882E-26AD3283472D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D409B-9490-4109-84AE-F5C6C29FB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85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DFBC-73F3-F34A-CD22-62A3E2E3D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9899" y="2309219"/>
            <a:ext cx="8825658" cy="3329581"/>
          </a:xfrm>
        </p:spPr>
        <p:txBody>
          <a:bodyPr/>
          <a:lstStyle/>
          <a:p>
            <a:r>
              <a:rPr lang="es-ES" sz="4400" b="1" dirty="0"/>
              <a:t>Método de Euler Mejorado para la resolución de Ecuaciones Diferenciales Ordinarias</a:t>
            </a:r>
            <a:br>
              <a:rPr lang="es-E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182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D2916-1E65-2416-F9DD-90798820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rgbClr val="F2F2F2"/>
                </a:solidFill>
              </a:rPr>
              <a:t>¿Qué es el método de Euler mejorado? </a:t>
            </a:r>
            <a:endParaRPr lang="en-US">
              <a:solidFill>
                <a:srgbClr val="F2F2F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B38106-94DA-E656-E764-4E3960C4A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52616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348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81C79-DDF7-5DD2-976D-8CC825C1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¿Cómo funciona?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9E6F388-168F-0377-7C58-B4C11D4297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514274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5907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FF72E-18AC-E52A-93F7-49A3E4202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Fórmula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41D3E-FC70-D7A9-5B68-F8E3ACE6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𝑦𝑛+1 = 𝑦𝑛 + ℎ /2 [𝑓(𝑥𝑛, 𝑦𝑛) + 𝑓(𝑥𝑛 + ℎ, 𝑦𝑛 + ℎ𝑓(𝑥𝑛, 𝑦𝑛))]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337DA2C8-C487-7C98-36A3-257941E38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7" r="27614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8660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FD2F3-CC3F-1129-38BB-3874DFD0B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Ejemplo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49B34F-A909-B2C1-B5A0-93E39E4E3C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43854" y="737553"/>
            <a:ext cx="6270662" cy="538242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72428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DAD17-674B-7469-1450-49A97BDFA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>
            <a:normAutofit/>
          </a:bodyPr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0DFEE0-0FEF-6AD9-B35D-93B93C8F2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>
            <a:normAutofit/>
          </a:bodyPr>
          <a:lstStyle/>
          <a:p>
            <a:r>
              <a:rPr lang="es-MX" dirty="0"/>
              <a:t>Explicación de Código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70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F1E7-9032-35A2-1988-E82BBAFE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1. Importación de librerías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D9B26C-6716-50CB-5AE7-57C19825A0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7280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215C-8DE8-9318-D10C-D5AD0E3B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Método principal: calcular_heun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D9681AB-65CF-47E9-9FA3-7B05D6349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8FCA736E-BDE3-4D4D-8D87-E9AE7925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30119-44EE-ED7E-8DA5-FCDCD236A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0" y="910738"/>
            <a:ext cx="5449471" cy="1636477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29AA25D-1E7A-4074-BF68-D55A83B81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D421-91A9-B81E-08CE-9E0C385A1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3" y="2052918"/>
            <a:ext cx="4165146" cy="4195481"/>
          </a:xfrm>
        </p:spPr>
        <p:txBody>
          <a:bodyPr>
            <a:normAutofit/>
          </a:bodyPr>
          <a:lstStyle/>
          <a:p>
            <a:r>
              <a:rPr lang="es-MX" dirty="0"/>
              <a:t>Limpia tabla y gráficos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ES" dirty="0"/>
          </a:p>
          <a:p>
            <a:r>
              <a:rPr lang="es-ES" dirty="0"/>
              <a:t>obtiene valores ingresados por el usuario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E1AD3F-DB9A-467B-8CF0-22AE55FCD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0" y="3179782"/>
            <a:ext cx="5449471" cy="28950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75686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6FA939-C192-5152-DB85-359B8FA3A1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042250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4532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C4DC-5C0F-046D-7D3A-CCBFE978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2100878-ACC4-34A8-CD65-5A3252E41C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662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B6D74-AF17-6630-1520-3DD576AF5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818F4-AC95-44E3-2D54-5BF56BA34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en-US" b="1" dirty="0" err="1"/>
              <a:t>Graficar</a:t>
            </a:r>
            <a:r>
              <a:rPr lang="en-US" b="1" dirty="0"/>
              <a:t> </a:t>
            </a:r>
            <a:r>
              <a:rPr lang="en-US" b="1" dirty="0" err="1"/>
              <a:t>resultados</a:t>
            </a:r>
            <a:endParaRPr lang="en-US" b="1" dirty="0"/>
          </a:p>
          <a:p>
            <a:r>
              <a:rPr lang="en-US" dirty="0" err="1"/>
              <a:t>self.ax.plot</a:t>
            </a:r>
            <a:r>
              <a:rPr lang="en-US" dirty="0"/>
              <a:t>(</a:t>
            </a:r>
            <a:r>
              <a:rPr lang="en-US" dirty="0" err="1"/>
              <a:t>ts</a:t>
            </a:r>
            <a:r>
              <a:rPr lang="en-US" dirty="0"/>
              <a:t>, </a:t>
            </a:r>
            <a:r>
              <a:rPr lang="en-US" dirty="0" err="1"/>
              <a:t>xs</a:t>
            </a:r>
            <a:r>
              <a:rPr lang="en-US" dirty="0"/>
              <a:t>, 'g-o', label='Euler Mejorado (Heun)')</a:t>
            </a:r>
          </a:p>
          <a:p>
            <a:r>
              <a:rPr lang="en-US" dirty="0" err="1"/>
              <a:t>self.ax.set_title</a:t>
            </a:r>
            <a:r>
              <a:rPr lang="en-US" dirty="0"/>
              <a:t>(</a:t>
            </a:r>
            <a:r>
              <a:rPr lang="en-US" dirty="0" err="1"/>
              <a:t>f"Solución</a:t>
            </a:r>
            <a:r>
              <a:rPr lang="en-US" dirty="0"/>
              <a:t>: {</a:t>
            </a:r>
            <a:r>
              <a:rPr lang="en-US" dirty="0" err="1"/>
              <a:t>f_str</a:t>
            </a:r>
            <a:r>
              <a:rPr lang="en-US" dirty="0"/>
              <a:t>}")</a:t>
            </a:r>
          </a:p>
          <a:p>
            <a:r>
              <a:rPr lang="en-US" dirty="0" err="1"/>
              <a:t>self.ax.set_xlabel</a:t>
            </a:r>
            <a:r>
              <a:rPr lang="en-US" dirty="0"/>
              <a:t>("Tiempo (t)")</a:t>
            </a:r>
          </a:p>
          <a:p>
            <a:r>
              <a:rPr lang="en-US" dirty="0" err="1"/>
              <a:t>self.ax.set_ylabel</a:t>
            </a:r>
            <a:r>
              <a:rPr lang="en-US" dirty="0"/>
              <a:t>("Estado (x)")</a:t>
            </a:r>
          </a:p>
          <a:p>
            <a:r>
              <a:rPr lang="en-US" dirty="0" err="1"/>
              <a:t>self.ax.grid</a:t>
            </a:r>
            <a:r>
              <a:rPr lang="en-US" dirty="0"/>
              <a:t>(True)</a:t>
            </a:r>
          </a:p>
          <a:p>
            <a:r>
              <a:rPr lang="en-US" dirty="0" err="1"/>
              <a:t>self.ax.legend</a:t>
            </a:r>
            <a:r>
              <a:rPr lang="en-US" dirty="0"/>
              <a:t>()</a:t>
            </a:r>
          </a:p>
          <a:p>
            <a:r>
              <a:rPr lang="en-US" dirty="0" err="1"/>
              <a:t>self.canvas.draw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700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543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Método de Euler Mejorado para la resolución de Ecuaciones Diferenciales Ordinarias </vt:lpstr>
      <vt:lpstr>¿Qué es el método de Euler mejorado? </vt:lpstr>
      <vt:lpstr>¿Cómo funciona?</vt:lpstr>
      <vt:lpstr>Fórmula general</vt:lpstr>
      <vt:lpstr>Ejemplo</vt:lpstr>
      <vt:lpstr>Explicación de Código</vt:lpstr>
      <vt:lpstr>1. Importación de librerías</vt:lpstr>
      <vt:lpstr>Método principal: calcular_heun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GLORIA ESTHER MAGDALENO HINOJOSA</dc:creator>
  <cp:lastModifiedBy>GLORIA ESTHER MAGDALENO HINOJOSA</cp:lastModifiedBy>
  <cp:revision>1</cp:revision>
  <dcterms:created xsi:type="dcterms:W3CDTF">2025-12-02T01:19:34Z</dcterms:created>
  <dcterms:modified xsi:type="dcterms:W3CDTF">2025-12-02T01:33:30Z</dcterms:modified>
</cp:coreProperties>
</file>